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1"/>
  </p:notesMasterIdLst>
  <p:sldIdLst>
    <p:sldId id="280" r:id="rId5"/>
    <p:sldId id="308" r:id="rId6"/>
    <p:sldId id="329" r:id="rId7"/>
    <p:sldId id="310" r:id="rId8"/>
    <p:sldId id="315" r:id="rId9"/>
    <p:sldId id="316" r:id="rId10"/>
    <p:sldId id="317" r:id="rId11"/>
    <p:sldId id="318" r:id="rId12"/>
    <p:sldId id="332" r:id="rId13"/>
    <p:sldId id="311" r:id="rId14"/>
    <p:sldId id="319" r:id="rId15"/>
    <p:sldId id="320" r:id="rId16"/>
    <p:sldId id="321" r:id="rId17"/>
    <p:sldId id="312" r:id="rId18"/>
    <p:sldId id="333" r:id="rId19"/>
    <p:sldId id="322" r:id="rId20"/>
    <p:sldId id="323" r:id="rId21"/>
    <p:sldId id="324" r:id="rId22"/>
    <p:sldId id="313" r:id="rId23"/>
    <p:sldId id="325" r:id="rId24"/>
    <p:sldId id="326" r:id="rId25"/>
    <p:sldId id="330" r:id="rId26"/>
    <p:sldId id="314" r:id="rId27"/>
    <p:sldId id="327" r:id="rId28"/>
    <p:sldId id="328" r:id="rId29"/>
    <p:sldId id="286" r:id="rId30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F8CBE-33D1-E6C0-E569-233028C3C728}" name="Rossier Marion" initials="MR" userId="S::marion.rossier@hes-so.ch::c8b1b53d-f944-46e0-a11a-67cb302b3e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3"/>
    <a:srgbClr val="A0C79B"/>
    <a:srgbClr val="CC5254"/>
    <a:srgbClr val="7C7772"/>
    <a:srgbClr val="792B56"/>
    <a:srgbClr val="268B56"/>
    <a:srgbClr val="B5AEA7"/>
    <a:srgbClr val="B6CB5D"/>
    <a:srgbClr val="39A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C9598A-6CB8-475B-A933-4ED679467152}" v="189" dt="2024-10-31T17:34:1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62" autoAdjust="0"/>
    <p:restoredTop sz="86199" autoAdjust="0"/>
  </p:normalViewPr>
  <p:slideViewPr>
    <p:cSldViewPr snapToGrid="0">
      <p:cViewPr varScale="1">
        <p:scale>
          <a:sx n="126" d="100"/>
          <a:sy n="126" d="100"/>
        </p:scale>
        <p:origin x="79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ichtry Micha" userId="90b0ed9d-8f7a-4c87-b358-2ca842f9eba1" providerId="ADAL" clId="{1355411D-0054-4C21-9F7C-C731BE49D8F9}"/>
    <pc:docChg chg="modSld">
      <pc:chgData name="Meichtry Micha" userId="90b0ed9d-8f7a-4c87-b358-2ca842f9eba1" providerId="ADAL" clId="{1355411D-0054-4C21-9F7C-C731BE49D8F9}" dt="2024-10-30T18:02:09.108" v="163" actId="20577"/>
      <pc:docMkLst>
        <pc:docMk/>
      </pc:docMkLst>
      <pc:sldChg chg="modSp mod">
        <pc:chgData name="Meichtry Micha" userId="90b0ed9d-8f7a-4c87-b358-2ca842f9eba1" providerId="ADAL" clId="{1355411D-0054-4C21-9F7C-C731BE49D8F9}" dt="2024-10-30T18:02:09.108" v="163" actId="20577"/>
        <pc:sldMkLst>
          <pc:docMk/>
          <pc:sldMk cId="656782944" sldId="280"/>
        </pc:sldMkLst>
        <pc:spChg chg="mod">
          <ac:chgData name="Meichtry Micha" userId="90b0ed9d-8f7a-4c87-b358-2ca842f9eba1" providerId="ADAL" clId="{1355411D-0054-4C21-9F7C-C731BE49D8F9}" dt="2024-10-30T18:02:09.108" v="163" actId="20577"/>
          <ac:spMkLst>
            <pc:docMk/>
            <pc:sldMk cId="656782944" sldId="280"/>
            <ac:spMk id="7" creationId="{149162F7-2C4D-D845-9262-D0022DD42E67}"/>
          </ac:spMkLst>
        </pc:spChg>
      </pc:sldChg>
      <pc:sldChg chg="modSp mod">
        <pc:chgData name="Meichtry Micha" userId="90b0ed9d-8f7a-4c87-b358-2ca842f9eba1" providerId="ADAL" clId="{1355411D-0054-4C21-9F7C-C731BE49D8F9}" dt="2024-10-30T17:49:51.200" v="50" actId="20577"/>
        <pc:sldMkLst>
          <pc:docMk/>
          <pc:sldMk cId="3878308125" sldId="308"/>
        </pc:sldMkLst>
        <pc:spChg chg="mod">
          <ac:chgData name="Meichtry Micha" userId="90b0ed9d-8f7a-4c87-b358-2ca842f9eba1" providerId="ADAL" clId="{1355411D-0054-4C21-9F7C-C731BE49D8F9}" dt="2024-10-30T17:49:51.200" v="50" actId="20577"/>
          <ac:spMkLst>
            <pc:docMk/>
            <pc:sldMk cId="3878308125" sldId="308"/>
            <ac:spMk id="3" creationId="{DD365861-24DE-E706-CA52-5E0ACEC15673}"/>
          </ac:spMkLst>
        </pc:spChg>
      </pc:sldChg>
      <pc:sldChg chg="modSp mod">
        <pc:chgData name="Meichtry Micha" userId="90b0ed9d-8f7a-4c87-b358-2ca842f9eba1" providerId="ADAL" clId="{1355411D-0054-4C21-9F7C-C731BE49D8F9}" dt="2024-10-30T17:50:20.429" v="86" actId="20577"/>
        <pc:sldMkLst>
          <pc:docMk/>
          <pc:sldMk cId="293402862" sldId="309"/>
        </pc:sldMkLst>
        <pc:spChg chg="mod">
          <ac:chgData name="Meichtry Micha" userId="90b0ed9d-8f7a-4c87-b358-2ca842f9eba1" providerId="ADAL" clId="{1355411D-0054-4C21-9F7C-C731BE49D8F9}" dt="2024-10-30T17:50:04.866" v="83" actId="20577"/>
          <ac:spMkLst>
            <pc:docMk/>
            <pc:sldMk cId="293402862" sldId="309"/>
            <ac:spMk id="2" creationId="{9C88C7BC-14AB-5ACA-BA85-3CABA6EDEA66}"/>
          </ac:spMkLst>
        </pc:spChg>
        <pc:spChg chg="mod">
          <ac:chgData name="Meichtry Micha" userId="90b0ed9d-8f7a-4c87-b358-2ca842f9eba1" providerId="ADAL" clId="{1355411D-0054-4C21-9F7C-C731BE49D8F9}" dt="2024-10-30T17:50:20.429" v="86" actId="20577"/>
          <ac:spMkLst>
            <pc:docMk/>
            <pc:sldMk cId="293402862" sldId="309"/>
            <ac:spMk id="3" creationId="{3014E76D-2FEF-981D-1DD0-9B2AAC221BA6}"/>
          </ac:spMkLst>
        </pc:spChg>
      </pc:sldChg>
      <pc:sldChg chg="modSp mod">
        <pc:chgData name="Meichtry Micha" userId="90b0ed9d-8f7a-4c87-b358-2ca842f9eba1" providerId="ADAL" clId="{1355411D-0054-4C21-9F7C-C731BE49D8F9}" dt="2024-10-30T17:59:50.016" v="122" actId="20577"/>
        <pc:sldMkLst>
          <pc:docMk/>
          <pc:sldMk cId="2475159223" sldId="311"/>
        </pc:sldMkLst>
        <pc:spChg chg="mod">
          <ac:chgData name="Meichtry Micha" userId="90b0ed9d-8f7a-4c87-b358-2ca842f9eba1" providerId="ADAL" clId="{1355411D-0054-4C21-9F7C-C731BE49D8F9}" dt="2024-10-30T17:59:50.016" v="122" actId="20577"/>
          <ac:spMkLst>
            <pc:docMk/>
            <pc:sldMk cId="2475159223" sldId="311"/>
            <ac:spMk id="3" creationId="{E7C8A20E-1B95-34A3-08EA-D8AD27090592}"/>
          </ac:spMkLst>
        </pc:spChg>
      </pc:sldChg>
      <pc:sldChg chg="modSp mod">
        <pc:chgData name="Meichtry Micha" userId="90b0ed9d-8f7a-4c87-b358-2ca842f9eba1" providerId="ADAL" clId="{1355411D-0054-4C21-9F7C-C731BE49D8F9}" dt="2024-10-30T17:53:47.219" v="105" actId="20577"/>
        <pc:sldMkLst>
          <pc:docMk/>
          <pc:sldMk cId="2066724445" sldId="325"/>
        </pc:sldMkLst>
        <pc:spChg chg="mod">
          <ac:chgData name="Meichtry Micha" userId="90b0ed9d-8f7a-4c87-b358-2ca842f9eba1" providerId="ADAL" clId="{1355411D-0054-4C21-9F7C-C731BE49D8F9}" dt="2024-10-30T17:53:47.219" v="105" actId="20577"/>
          <ac:spMkLst>
            <pc:docMk/>
            <pc:sldMk cId="2066724445" sldId="325"/>
            <ac:spMk id="2" creationId="{9ED95017-84FB-5F82-FF65-014557B2062E}"/>
          </ac:spMkLst>
        </pc:spChg>
      </pc:sldChg>
      <pc:sldChg chg="modSp mod">
        <pc:chgData name="Meichtry Micha" userId="90b0ed9d-8f7a-4c87-b358-2ca842f9eba1" providerId="ADAL" clId="{1355411D-0054-4C21-9F7C-C731BE49D8F9}" dt="2024-10-30T17:57:20.617" v="107" actId="20577"/>
        <pc:sldMkLst>
          <pc:docMk/>
          <pc:sldMk cId="1591517547" sldId="326"/>
        </pc:sldMkLst>
        <pc:spChg chg="mod">
          <ac:chgData name="Meichtry Micha" userId="90b0ed9d-8f7a-4c87-b358-2ca842f9eba1" providerId="ADAL" clId="{1355411D-0054-4C21-9F7C-C731BE49D8F9}" dt="2024-10-30T17:57:20.617" v="107" actId="20577"/>
          <ac:spMkLst>
            <pc:docMk/>
            <pc:sldMk cId="1591517547" sldId="326"/>
            <ac:spMk id="7" creationId="{792B2375-D6AC-6202-A1CE-E27E290F597F}"/>
          </ac:spMkLst>
        </pc:spChg>
      </pc:sldChg>
      <pc:sldChg chg="modSp mod">
        <pc:chgData name="Meichtry Micha" userId="90b0ed9d-8f7a-4c87-b358-2ca842f9eba1" providerId="ADAL" clId="{1355411D-0054-4C21-9F7C-C731BE49D8F9}" dt="2024-10-30T17:52:00.895" v="95" actId="20577"/>
        <pc:sldMkLst>
          <pc:docMk/>
          <pc:sldMk cId="555073499" sldId="332"/>
        </pc:sldMkLst>
        <pc:spChg chg="mod">
          <ac:chgData name="Meichtry Micha" userId="90b0ed9d-8f7a-4c87-b358-2ca842f9eba1" providerId="ADAL" clId="{1355411D-0054-4C21-9F7C-C731BE49D8F9}" dt="2024-10-30T17:52:00.895" v="95" actId="20577"/>
          <ac:spMkLst>
            <pc:docMk/>
            <pc:sldMk cId="555073499" sldId="332"/>
            <ac:spMk id="3" creationId="{2226A32C-7C28-7F5F-70B9-E3D96491569F}"/>
          </ac:spMkLst>
        </pc:spChg>
      </pc:sldChg>
      <pc:sldChg chg="modSp mod">
        <pc:chgData name="Meichtry Micha" userId="90b0ed9d-8f7a-4c87-b358-2ca842f9eba1" providerId="ADAL" clId="{1355411D-0054-4C21-9F7C-C731BE49D8F9}" dt="2024-10-30T18:00:14.070" v="142" actId="20577"/>
        <pc:sldMkLst>
          <pc:docMk/>
          <pc:sldMk cId="2454922974" sldId="335"/>
        </pc:sldMkLst>
        <pc:spChg chg="mod">
          <ac:chgData name="Meichtry Micha" userId="90b0ed9d-8f7a-4c87-b358-2ca842f9eba1" providerId="ADAL" clId="{1355411D-0054-4C21-9F7C-C731BE49D8F9}" dt="2024-10-30T18:00:03.846" v="134" actId="20577"/>
          <ac:spMkLst>
            <pc:docMk/>
            <pc:sldMk cId="2454922974" sldId="335"/>
            <ac:spMk id="2" creationId="{94866317-F1C4-D058-00E9-E98945907271}"/>
          </ac:spMkLst>
        </pc:spChg>
        <pc:spChg chg="mod">
          <ac:chgData name="Meichtry Micha" userId="90b0ed9d-8f7a-4c87-b358-2ca842f9eba1" providerId="ADAL" clId="{1355411D-0054-4C21-9F7C-C731BE49D8F9}" dt="2024-10-30T18:00:14.070" v="142" actId="20577"/>
          <ac:spMkLst>
            <pc:docMk/>
            <pc:sldMk cId="2454922974" sldId="335"/>
            <ac:spMk id="3" creationId="{95CE8AB0-1BD4-C778-53EE-6062D7F8B771}"/>
          </ac:spMkLst>
        </pc:spChg>
      </pc:sldChg>
      <pc:sldChg chg="modSp mod">
        <pc:chgData name="Meichtry Micha" userId="90b0ed9d-8f7a-4c87-b358-2ca842f9eba1" providerId="ADAL" clId="{1355411D-0054-4C21-9F7C-C731BE49D8F9}" dt="2024-10-30T18:00:26.303" v="149" actId="20577"/>
        <pc:sldMkLst>
          <pc:docMk/>
          <pc:sldMk cId="407417237" sldId="336"/>
        </pc:sldMkLst>
        <pc:spChg chg="mod">
          <ac:chgData name="Meichtry Micha" userId="90b0ed9d-8f7a-4c87-b358-2ca842f9eba1" providerId="ADAL" clId="{1355411D-0054-4C21-9F7C-C731BE49D8F9}" dt="2024-10-30T18:00:26.303" v="149" actId="20577"/>
          <ac:spMkLst>
            <pc:docMk/>
            <pc:sldMk cId="407417237" sldId="336"/>
            <ac:spMk id="2" creationId="{10F56309-DCB5-5FA8-87E7-859B983FB070}"/>
          </ac:spMkLst>
        </pc:spChg>
      </pc:sldChg>
      <pc:sldChg chg="modSp mod">
        <pc:chgData name="Meichtry Micha" userId="90b0ed9d-8f7a-4c87-b358-2ca842f9eba1" providerId="ADAL" clId="{1355411D-0054-4C21-9F7C-C731BE49D8F9}" dt="2024-10-30T18:00:41.324" v="161" actId="20577"/>
        <pc:sldMkLst>
          <pc:docMk/>
          <pc:sldMk cId="1633976521" sldId="339"/>
        </pc:sldMkLst>
        <pc:spChg chg="mod">
          <ac:chgData name="Meichtry Micha" userId="90b0ed9d-8f7a-4c87-b358-2ca842f9eba1" providerId="ADAL" clId="{1355411D-0054-4C21-9F7C-C731BE49D8F9}" dt="2024-10-30T18:00:41.324" v="161" actId="20577"/>
          <ac:spMkLst>
            <pc:docMk/>
            <pc:sldMk cId="1633976521" sldId="339"/>
            <ac:spMk id="2" creationId="{9CFD4823-3F98-63FE-1923-D51619ABCD88}"/>
          </ac:spMkLst>
        </pc:spChg>
      </pc:sldChg>
    </pc:docChg>
  </pc:docChgLst>
  <pc:docChgLst>
    <pc:chgData name="Rossier Marion" userId="S::marion.rossier@hes-so.ch::c8b1b53d-f944-46e0-a11a-67cb302b3eb7" providerId="AD" clId="Web-{0FAD70B7-146A-465B-909A-B304222FEE97}"/>
    <pc:docChg chg="modSld">
      <pc:chgData name="Rossier Marion" userId="S::marion.rossier@hes-so.ch::c8b1b53d-f944-46e0-a11a-67cb302b3eb7" providerId="AD" clId="Web-{0FAD70B7-146A-465B-909A-B304222FEE97}" dt="2024-10-20T19:11:48.601" v="102" actId="20577"/>
      <pc:docMkLst>
        <pc:docMk/>
      </pc:docMkLst>
      <pc:sldChg chg="modSp">
        <pc:chgData name="Rossier Marion" userId="S::marion.rossier@hes-so.ch::c8b1b53d-f944-46e0-a11a-67cb302b3eb7" providerId="AD" clId="Web-{0FAD70B7-146A-465B-909A-B304222FEE97}" dt="2024-10-20T19:11:48.601" v="102" actId="20577"/>
        <pc:sldMkLst>
          <pc:docMk/>
          <pc:sldMk cId="293402862" sldId="309"/>
        </pc:sldMkLst>
        <pc:spChg chg="mod">
          <ac:chgData name="Rossier Marion" userId="S::marion.rossier@hes-so.ch::c8b1b53d-f944-46e0-a11a-67cb302b3eb7" providerId="AD" clId="Web-{0FAD70B7-146A-465B-909A-B304222FEE97}" dt="2024-10-20T19:11:48.601" v="102" actId="20577"/>
          <ac:spMkLst>
            <pc:docMk/>
            <pc:sldMk cId="293402862" sldId="309"/>
            <ac:spMk id="3" creationId="{3014E76D-2FEF-981D-1DD0-9B2AAC221BA6}"/>
          </ac:spMkLst>
        </pc:spChg>
      </pc:sldChg>
    </pc:docChg>
  </pc:docChgLst>
  <pc:docChgLst>
    <pc:chgData name="Bregy Noah" userId="7aa31223-3af0-4a26-9536-2a1b4c974064" providerId="ADAL" clId="{7AB1BA3B-5783-4850-8883-0B1842FC9866}"/>
    <pc:docChg chg="modSld">
      <pc:chgData name="Bregy Noah" userId="7aa31223-3af0-4a26-9536-2a1b4c974064" providerId="ADAL" clId="{7AB1BA3B-5783-4850-8883-0B1842FC9866}" dt="2024-10-31T18:10:35.576" v="40" actId="20577"/>
      <pc:docMkLst>
        <pc:docMk/>
      </pc:docMkLst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656782944" sldId="280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656782944" sldId="280"/>
            <ac:spMk id="7" creationId="{149162F7-2C4D-D845-9262-D0022DD42E67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656782944" sldId="280"/>
            <ac:spMk id="9" creationId="{2D1408CC-8E68-6249-BB54-22D297CA9067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1513471038" sldId="286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13471038" sldId="286"/>
            <ac:spMk id="5" creationId="{0BA79F7D-933A-344F-AE71-8C2D3FA00DEC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13471038" sldId="286"/>
            <ac:spMk id="7" creationId="{485461BF-8F8E-E14D-A09F-599973903CA5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13471038" sldId="286"/>
            <ac:spMk id="14" creationId="{D62E9E53-09D5-7245-A8CF-07139721E227}"/>
          </ac:spMkLst>
        </pc:spChg>
      </pc:sldChg>
      <pc:sldChg chg="modSp mod">
        <pc:chgData name="Bregy Noah" userId="7aa31223-3af0-4a26-9536-2a1b4c974064" providerId="ADAL" clId="{7AB1BA3B-5783-4850-8883-0B1842FC9866}" dt="2024-10-31T18:10:35.576" v="40" actId="20577"/>
        <pc:sldMkLst>
          <pc:docMk/>
          <pc:sldMk cId="3878308125" sldId="308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878308125" sldId="308"/>
            <ac:spMk id="2" creationId="{2514A924-B1C3-2044-340E-29DB8322AFA2}"/>
          </ac:spMkLst>
        </pc:spChg>
        <pc:spChg chg="mod">
          <ac:chgData name="Bregy Noah" userId="7aa31223-3af0-4a26-9536-2a1b4c974064" providerId="ADAL" clId="{7AB1BA3B-5783-4850-8883-0B1842FC9866}" dt="2024-10-31T18:10:35.576" v="40" actId="20577"/>
          <ac:spMkLst>
            <pc:docMk/>
            <pc:sldMk cId="3878308125" sldId="308"/>
            <ac:spMk id="3" creationId="{DD365861-24DE-E706-CA52-5E0ACEC15673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93402862" sldId="309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93402862" sldId="309"/>
            <ac:spMk id="2" creationId="{9C88C7BC-14AB-5ACA-BA85-3CABA6EDEA66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93402862" sldId="309"/>
            <ac:spMk id="3" creationId="{3014E76D-2FEF-981D-1DD0-9B2AAC221BA6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340120499" sldId="310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340120499" sldId="310"/>
            <ac:spMk id="2" creationId="{BC86A285-9D58-3F57-3EA5-4E8D6F2B2CF2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340120499" sldId="310"/>
            <ac:spMk id="4" creationId="{96EBF4C8-05FA-E250-F4E3-55911A172231}"/>
          </ac:spMkLst>
        </pc:spChg>
      </pc:sldChg>
      <pc:sldChg chg="modSp mod">
        <pc:chgData name="Bregy Noah" userId="7aa31223-3af0-4a26-9536-2a1b4c974064" providerId="ADAL" clId="{7AB1BA3B-5783-4850-8883-0B1842FC9866}" dt="2024-10-31T18:05:55.845" v="38" actId="20577"/>
        <pc:sldMkLst>
          <pc:docMk/>
          <pc:sldMk cId="2475159223" sldId="311"/>
        </pc:sldMkLst>
        <pc:spChg chg="mod">
          <ac:chgData name="Bregy Noah" userId="7aa31223-3af0-4a26-9536-2a1b4c974064" providerId="ADAL" clId="{7AB1BA3B-5783-4850-8883-0B1842FC9866}" dt="2024-10-31T18:05:55.845" v="38" actId="20577"/>
          <ac:spMkLst>
            <pc:docMk/>
            <pc:sldMk cId="2475159223" sldId="311"/>
            <ac:spMk id="2" creationId="{67D50AE7-83C6-19BD-9854-A1435E9AA13E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475159223" sldId="311"/>
            <ac:spMk id="3" creationId="{E7C8A20E-1B95-34A3-08EA-D8AD27090592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3644794768" sldId="316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644794768" sldId="316"/>
            <ac:spMk id="7" creationId="{30BCE364-329D-B36B-CC98-D65DA62DE9FD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644794768" sldId="316"/>
            <ac:spMk id="9" creationId="{348C3157-CAC5-EFB6-76DD-3DA3BC9A96FD}"/>
          </ac:spMkLst>
        </pc:spChg>
      </pc:sldChg>
      <pc:sldChg chg="modSp mod">
        <pc:chgData name="Bregy Noah" userId="7aa31223-3af0-4a26-9536-2a1b4c974064" providerId="ADAL" clId="{7AB1BA3B-5783-4850-8883-0B1842FC9866}" dt="2024-10-31T18:05:20.632" v="36" actId="6549"/>
        <pc:sldMkLst>
          <pc:docMk/>
          <pc:sldMk cId="1666143818" sldId="317"/>
        </pc:sldMkLst>
        <pc:spChg chg="mod">
          <ac:chgData name="Bregy Noah" userId="7aa31223-3af0-4a26-9536-2a1b4c974064" providerId="ADAL" clId="{7AB1BA3B-5783-4850-8883-0B1842FC9866}" dt="2024-10-31T18:05:20.632" v="36" actId="6549"/>
          <ac:spMkLst>
            <pc:docMk/>
            <pc:sldMk cId="1666143818" sldId="317"/>
            <ac:spMk id="7" creationId="{C5CC16C8-4C62-B9F3-7E1D-8383149718D8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66143818" sldId="317"/>
            <ac:spMk id="9" creationId="{7AC4DDD3-35C4-FFA0-D9C2-300757C1FDB8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1106982801" sldId="318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106982801" sldId="318"/>
            <ac:spMk id="7" creationId="{8A9B4D17-1A08-4883-C1E7-664B311EE654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106982801" sldId="318"/>
            <ac:spMk id="9" creationId="{4C4CEF1B-E881-A5A2-F4EC-68B685732BC4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3886251754" sldId="319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886251754" sldId="319"/>
            <ac:spMk id="7" creationId="{AECF4B63-62F0-0061-B963-ADD40C27B607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886251754" sldId="319"/>
            <ac:spMk id="9" creationId="{7AB47034-7C67-48AE-98CA-D6D194B8609E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1723681842" sldId="320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723681842" sldId="320"/>
            <ac:spMk id="7" creationId="{F23B1F5A-09C0-FF3D-9034-690BC2C8B5F0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723681842" sldId="320"/>
            <ac:spMk id="9" creationId="{10EC0466-CDBF-EAF4-4AD9-7EA9C9FCC5E8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1252616860" sldId="322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252616860" sldId="322"/>
            <ac:spMk id="2" creationId="{EFD51D50-91EB-0DF6-35B0-86684CDB407B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167543332" sldId="324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167543332" sldId="324"/>
            <ac:spMk id="2" creationId="{4F3229D5-AFBC-527E-C15C-7D504E2727B1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167543332" sldId="324"/>
            <ac:spMk id="7" creationId="{8C0E27B9-BFD4-64CB-58DB-79DE313E4AE8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066724445" sldId="325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66724445" sldId="325"/>
            <ac:spMk id="2" creationId="{9ED95017-84FB-5F82-FF65-014557B2062E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66724445" sldId="325"/>
            <ac:spMk id="7" creationId="{9CDB4891-38F2-F746-E5A7-D00E7CF7B034}"/>
          </ac:spMkLst>
        </pc:spChg>
      </pc:sldChg>
      <pc:sldChg chg="modSp mod">
        <pc:chgData name="Bregy Noah" userId="7aa31223-3af0-4a26-9536-2a1b4c974064" providerId="ADAL" clId="{7AB1BA3B-5783-4850-8883-0B1842FC9866}" dt="2024-10-31T18:02:04.587" v="20" actId="20577"/>
        <pc:sldMkLst>
          <pc:docMk/>
          <pc:sldMk cId="1591517547" sldId="326"/>
        </pc:sldMkLst>
        <pc:spChg chg="mod">
          <ac:chgData name="Bregy Noah" userId="7aa31223-3af0-4a26-9536-2a1b4c974064" providerId="ADAL" clId="{7AB1BA3B-5783-4850-8883-0B1842FC9866}" dt="2024-10-31T18:02:04.587" v="20" actId="20577"/>
          <ac:spMkLst>
            <pc:docMk/>
            <pc:sldMk cId="1591517547" sldId="326"/>
            <ac:spMk id="4" creationId="{CBEC9DE2-D6E1-0294-423B-FA0F55F54076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91517547" sldId="326"/>
            <ac:spMk id="7" creationId="{792B2375-D6AC-6202-A1CE-E27E290F597F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117419906" sldId="327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117419906" sldId="327"/>
            <ac:spMk id="10" creationId="{140A77F0-FD8B-7319-3C9A-AF80FC32DC83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117419906" sldId="327"/>
            <ac:spMk id="11" creationId="{3FFFDA90-B07B-387A-D626-B2A628C4E8FF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1659413772" sldId="328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59413772" sldId="328"/>
            <ac:spMk id="10" creationId="{07A2EFA0-913F-0D51-9555-758AE467AA92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59413772" sldId="328"/>
            <ac:spMk id="11" creationId="{23EDDAF0-8356-A05F-A2C4-D62C8D9E3E8A}"/>
          </ac:spMkLst>
        </pc:spChg>
      </pc:sldChg>
      <pc:sldChg chg="modSp mod">
        <pc:chgData name="Bregy Noah" userId="7aa31223-3af0-4a26-9536-2a1b4c974064" providerId="ADAL" clId="{7AB1BA3B-5783-4850-8883-0B1842FC9866}" dt="2024-10-31T18:05:43.991" v="37" actId="20577"/>
        <pc:sldMkLst>
          <pc:docMk/>
          <pc:sldMk cId="2056169113" sldId="329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56169113" sldId="329"/>
            <ac:spMk id="3" creationId="{EF9D16E6-5E85-34FF-9983-17A136B5EE82}"/>
          </ac:spMkLst>
        </pc:spChg>
        <pc:spChg chg="mod">
          <ac:chgData name="Bregy Noah" userId="7aa31223-3af0-4a26-9536-2a1b4c974064" providerId="ADAL" clId="{7AB1BA3B-5783-4850-8883-0B1842FC9866}" dt="2024-10-31T18:05:43.991" v="37" actId="20577"/>
          <ac:spMkLst>
            <pc:docMk/>
            <pc:sldMk cId="2056169113" sldId="329"/>
            <ac:spMk id="4" creationId="{A715F977-1D57-2A13-2995-80B556342FBD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56169113" sldId="329"/>
            <ac:spMk id="5" creationId="{305070B1-4081-12D6-7CE6-901F117122CE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56169113" sldId="329"/>
            <ac:spMk id="6" creationId="{B6E34D2F-1FAC-29A6-343E-AA39B8768815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056169113" sldId="329"/>
            <ac:spMk id="7" creationId="{1FA8C1B9-35C4-97AD-991F-AB595AFAA65F}"/>
          </ac:spMkLst>
        </pc:spChg>
      </pc:sldChg>
      <pc:sldChg chg="modSp mod">
        <pc:chgData name="Bregy Noah" userId="7aa31223-3af0-4a26-9536-2a1b4c974064" providerId="ADAL" clId="{7AB1BA3B-5783-4850-8883-0B1842FC9866}" dt="2024-10-31T18:02:58.992" v="34" actId="20577"/>
        <pc:sldMkLst>
          <pc:docMk/>
          <pc:sldMk cId="1683793572" sldId="330"/>
        </pc:sldMkLst>
        <pc:spChg chg="mod">
          <ac:chgData name="Bregy Noah" userId="7aa31223-3af0-4a26-9536-2a1b4c974064" providerId="ADAL" clId="{7AB1BA3B-5783-4850-8883-0B1842FC9866}" dt="2024-10-31T18:02:58.992" v="34" actId="20577"/>
          <ac:spMkLst>
            <pc:docMk/>
            <pc:sldMk cId="1683793572" sldId="330"/>
            <ac:spMk id="2" creationId="{06F41908-B4D6-3EA3-02E2-714DA76B1C9F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83793572" sldId="330"/>
            <ac:spMk id="3" creationId="{F81F4306-8D0E-145B-FF4B-BE2F02EF0B28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83793572" sldId="330"/>
            <ac:spMk id="5" creationId="{7921351A-ABA5-355A-23FE-2A0124E92AF7}"/>
          </ac:spMkLst>
        </pc:spChg>
      </pc:sldChg>
      <pc:sldChg chg="modSp mod">
        <pc:chgData name="Bregy Noah" userId="7aa31223-3af0-4a26-9536-2a1b4c974064" providerId="ADAL" clId="{7AB1BA3B-5783-4850-8883-0B1842FC9866}" dt="2024-10-31T18:03:03.989" v="35" actId="20577"/>
        <pc:sldMkLst>
          <pc:docMk/>
          <pc:sldMk cId="1562374286" sldId="331"/>
        </pc:sldMkLst>
        <pc:spChg chg="mod">
          <ac:chgData name="Bregy Noah" userId="7aa31223-3af0-4a26-9536-2a1b4c974064" providerId="ADAL" clId="{7AB1BA3B-5783-4850-8883-0B1842FC9866}" dt="2024-10-31T18:03:03.989" v="35" actId="20577"/>
          <ac:spMkLst>
            <pc:docMk/>
            <pc:sldMk cId="1562374286" sldId="331"/>
            <ac:spMk id="2" creationId="{A68105C1-FC60-F1CB-C881-2A07BA8A876D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62374286" sldId="331"/>
            <ac:spMk id="3" creationId="{51CEF3F1-B7BC-EF7F-99CC-7B5FDEC9BEB4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562374286" sldId="331"/>
            <ac:spMk id="5" creationId="{0615E066-E373-A1D8-51B8-B7A44C14969E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555073499" sldId="332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555073499" sldId="332"/>
            <ac:spMk id="2" creationId="{F70EA9C7-848A-D263-BD3E-F724E54BB00B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555073499" sldId="332"/>
            <ac:spMk id="3" creationId="{2226A32C-7C28-7F5F-70B9-E3D96491569F}"/>
          </ac:spMkLst>
        </pc:spChg>
      </pc:sldChg>
      <pc:sldChg chg="modSp mod">
        <pc:chgData name="Bregy Noah" userId="7aa31223-3af0-4a26-9536-2a1b4c974064" providerId="ADAL" clId="{7AB1BA3B-5783-4850-8883-0B1842FC9866}" dt="2024-10-31T18:02:10.333" v="23" actId="20577"/>
        <pc:sldMkLst>
          <pc:docMk/>
          <pc:sldMk cId="614502841" sldId="333"/>
        </pc:sldMkLst>
        <pc:spChg chg="mod">
          <ac:chgData name="Bregy Noah" userId="7aa31223-3af0-4a26-9536-2a1b4c974064" providerId="ADAL" clId="{7AB1BA3B-5783-4850-8883-0B1842FC9866}" dt="2024-10-31T18:02:06.522" v="22" actId="20577"/>
          <ac:spMkLst>
            <pc:docMk/>
            <pc:sldMk cId="614502841" sldId="333"/>
            <ac:spMk id="4" creationId="{23CACA81-F6DA-DFB9-699F-FCA44176FD2D}"/>
          </ac:spMkLst>
        </pc:spChg>
        <pc:spChg chg="mod">
          <ac:chgData name="Bregy Noah" userId="7aa31223-3af0-4a26-9536-2a1b4c974064" providerId="ADAL" clId="{7AB1BA3B-5783-4850-8883-0B1842FC9866}" dt="2024-10-31T18:02:10.333" v="23" actId="20577"/>
          <ac:spMkLst>
            <pc:docMk/>
            <pc:sldMk cId="614502841" sldId="333"/>
            <ac:spMk id="7" creationId="{4F2AC817-3B30-132F-FDA6-F4301ECCA6B4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3204947347" sldId="334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204947347" sldId="334"/>
            <ac:spMk id="10" creationId="{B958836E-6A77-BD14-2530-9B6DE0764ADE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3204947347" sldId="334"/>
            <ac:spMk id="11" creationId="{194AD9C2-E153-3B22-1A74-92CE50B41FB1}"/>
          </ac:spMkLst>
        </pc:spChg>
      </pc:sldChg>
      <pc:sldChg chg="modSp mod">
        <pc:chgData name="Bregy Noah" userId="7aa31223-3af0-4a26-9536-2a1b4c974064" providerId="ADAL" clId="{7AB1BA3B-5783-4850-8883-0B1842FC9866}" dt="2024-10-31T18:02:43.445" v="27" actId="20577"/>
        <pc:sldMkLst>
          <pc:docMk/>
          <pc:sldMk cId="2454922974" sldId="335"/>
        </pc:sldMkLst>
        <pc:spChg chg="mod">
          <ac:chgData name="Bregy Noah" userId="7aa31223-3af0-4a26-9536-2a1b4c974064" providerId="ADAL" clId="{7AB1BA3B-5783-4850-8883-0B1842FC9866}" dt="2024-10-31T18:02:43.445" v="27" actId="20577"/>
          <ac:spMkLst>
            <pc:docMk/>
            <pc:sldMk cId="2454922974" sldId="335"/>
            <ac:spMk id="2" creationId="{94866317-F1C4-D058-00E9-E98945907271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454922974" sldId="335"/>
            <ac:spMk id="3" creationId="{95CE8AB0-1BD4-C778-53EE-6062D7F8B771}"/>
          </ac:spMkLst>
        </pc:spChg>
      </pc:sldChg>
      <pc:sldChg chg="modSp mod">
        <pc:chgData name="Bregy Noah" userId="7aa31223-3af0-4a26-9536-2a1b4c974064" providerId="ADAL" clId="{7AB1BA3B-5783-4850-8883-0B1842FC9866}" dt="2024-10-31T18:02:50.442" v="30" actId="20577"/>
        <pc:sldMkLst>
          <pc:docMk/>
          <pc:sldMk cId="407417237" sldId="336"/>
        </pc:sldMkLst>
        <pc:spChg chg="mod">
          <ac:chgData name="Bregy Noah" userId="7aa31223-3af0-4a26-9536-2a1b4c974064" providerId="ADAL" clId="{7AB1BA3B-5783-4850-8883-0B1842FC9866}" dt="2024-10-31T18:02:50.442" v="30" actId="20577"/>
          <ac:spMkLst>
            <pc:docMk/>
            <pc:sldMk cId="407417237" sldId="336"/>
            <ac:spMk id="2" creationId="{10F56309-DCB5-5FA8-87E7-859B983FB070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407417237" sldId="336"/>
            <ac:spMk id="6" creationId="{B0AC8B33-995F-BAF8-36DF-EF875BEB5671}"/>
          </ac:spMkLst>
        </pc:spChg>
      </pc:sldChg>
      <pc:sldChg chg="modSp mod">
        <pc:chgData name="Bregy Noah" userId="7aa31223-3af0-4a26-9536-2a1b4c974064" providerId="ADAL" clId="{7AB1BA3B-5783-4850-8883-0B1842FC9866}" dt="2024-10-31T18:02:54.224" v="31" actId="20577"/>
        <pc:sldMkLst>
          <pc:docMk/>
          <pc:sldMk cId="1633976521" sldId="339"/>
        </pc:sldMkLst>
        <pc:spChg chg="mod">
          <ac:chgData name="Bregy Noah" userId="7aa31223-3af0-4a26-9536-2a1b4c974064" providerId="ADAL" clId="{7AB1BA3B-5783-4850-8883-0B1842FC9866}" dt="2024-10-31T18:02:54.224" v="31" actId="20577"/>
          <ac:spMkLst>
            <pc:docMk/>
            <pc:sldMk cId="1633976521" sldId="339"/>
            <ac:spMk id="2" creationId="{9CFD4823-3F98-63FE-1923-D51619ABCD88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1633976521" sldId="339"/>
            <ac:spMk id="6" creationId="{1FDBA098-709D-A7D3-40CF-B275A0DD2D4D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949153149" sldId="340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949153149" sldId="340"/>
            <ac:spMk id="2" creationId="{BAF8691C-2704-42D4-A4C9-1CC65FE7332F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949153149" sldId="340"/>
            <ac:spMk id="6" creationId="{3A5CF748-D46B-F2C4-CE99-1B796C01ABEC}"/>
          </ac:spMkLst>
        </pc:spChg>
      </pc:sldChg>
      <pc:sldChg chg="modSp mod">
        <pc:chgData name="Bregy Noah" userId="7aa31223-3af0-4a26-9536-2a1b4c974064" providerId="ADAL" clId="{7AB1BA3B-5783-4850-8883-0B1842FC9866}" dt="2024-10-31T18:01:18.870" v="18" actId="790"/>
        <pc:sldMkLst>
          <pc:docMk/>
          <pc:sldMk cId="2597641614" sldId="341"/>
        </pc:sldMkLst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597641614" sldId="341"/>
            <ac:spMk id="2" creationId="{CDD191AE-BA78-6F13-F889-827645D5517B}"/>
          </ac:spMkLst>
        </pc:spChg>
        <pc:spChg chg="mod">
          <ac:chgData name="Bregy Noah" userId="7aa31223-3af0-4a26-9536-2a1b4c974064" providerId="ADAL" clId="{7AB1BA3B-5783-4850-8883-0B1842FC9866}" dt="2024-10-31T18:01:18.870" v="18" actId="790"/>
          <ac:spMkLst>
            <pc:docMk/>
            <pc:sldMk cId="2597641614" sldId="341"/>
            <ac:spMk id="6" creationId="{367174BC-2CD5-1C55-A1F1-6FE324E804DD}"/>
          </ac:spMkLst>
        </pc:spChg>
      </pc:sldChg>
    </pc:docChg>
  </pc:docChgLst>
  <pc:docChgLst>
    <pc:chgData name="Rossier Marion" userId="S::marion.rossier@hes-so.ch::c8b1b53d-f944-46e0-a11a-67cb302b3eb7" providerId="AD" clId="Web-{B4441D18-85AB-4D08-A9AA-C96087832891}"/>
    <pc:docChg chg="addSld modSld">
      <pc:chgData name="Rossier Marion" userId="S::marion.rossier@hes-so.ch::c8b1b53d-f944-46e0-a11a-67cb302b3eb7" providerId="AD" clId="Web-{B4441D18-85AB-4D08-A9AA-C96087832891}" dt="2024-10-29T19:26:51.801" v="9" actId="14100"/>
      <pc:docMkLst>
        <pc:docMk/>
      </pc:docMkLst>
      <pc:sldChg chg="delSp modSp add replId">
        <pc:chgData name="Rossier Marion" userId="S::marion.rossier@hes-so.ch::c8b1b53d-f944-46e0-a11a-67cb302b3eb7" providerId="AD" clId="Web-{B4441D18-85AB-4D08-A9AA-C96087832891}" dt="2024-10-29T19:26:51.801" v="9" actId="14100"/>
        <pc:sldMkLst>
          <pc:docMk/>
          <pc:sldMk cId="1184477204" sldId="338"/>
        </pc:sldMkLst>
        <pc:spChg chg="mod">
          <ac:chgData name="Rossier Marion" userId="S::marion.rossier@hes-so.ch::c8b1b53d-f944-46e0-a11a-67cb302b3eb7" providerId="AD" clId="Web-{B4441D18-85AB-4D08-A9AA-C96087832891}" dt="2024-10-29T19:26:51.801" v="9" actId="14100"/>
          <ac:spMkLst>
            <pc:docMk/>
            <pc:sldMk cId="1184477204" sldId="338"/>
            <ac:spMk id="6" creationId="{B0AC8B33-995F-BAF8-36DF-EF875BEB5671}"/>
          </ac:spMkLst>
        </pc:spChg>
        <pc:picChg chg="del">
          <ac:chgData name="Rossier Marion" userId="S::marion.rossier@hes-so.ch::c8b1b53d-f944-46e0-a11a-67cb302b3eb7" providerId="AD" clId="Web-{B4441D18-85AB-4D08-A9AA-C96087832891}" dt="2024-10-29T19:26:28.301" v="1"/>
          <ac:picMkLst>
            <pc:docMk/>
            <pc:sldMk cId="1184477204" sldId="338"/>
            <ac:picMk id="7" creationId="{9C31FD38-8DAE-2A4E-2BC7-0C19549CFEB7}"/>
          </ac:picMkLst>
        </pc:picChg>
      </pc:sldChg>
    </pc:docChg>
  </pc:docChgLst>
  <pc:docChgLst>
    <pc:chgData name="Rossier Marion" userId="c8b1b53d-f944-46e0-a11a-67cb302b3eb7" providerId="ADAL" clId="{50C9598A-6CB8-475B-A933-4ED679467152}"/>
    <pc:docChg chg="undo redo custSel addSld delSld modSld sldOrd modMainMaster">
      <pc:chgData name="Rossier Marion" userId="c8b1b53d-f944-46e0-a11a-67cb302b3eb7" providerId="ADAL" clId="{50C9598A-6CB8-475B-A933-4ED679467152}" dt="2024-10-31T17:40:04.400" v="4631" actId="20577"/>
      <pc:docMkLst>
        <pc:docMk/>
      </pc:docMkLst>
      <pc:sldChg chg="ord">
        <pc:chgData name="Rossier Marion" userId="c8b1b53d-f944-46e0-a11a-67cb302b3eb7" providerId="ADAL" clId="{50C9598A-6CB8-475B-A933-4ED679467152}" dt="2024-10-31T16:51:26.142" v="3108" actId="20578"/>
        <pc:sldMkLst>
          <pc:docMk/>
          <pc:sldMk cId="1513471038" sldId="286"/>
        </pc:sldMkLst>
      </pc:sldChg>
      <pc:sldChg chg="modSp mod">
        <pc:chgData name="Rossier Marion" userId="c8b1b53d-f944-46e0-a11a-67cb302b3eb7" providerId="ADAL" clId="{50C9598A-6CB8-475B-A933-4ED679467152}" dt="2024-10-31T17:30:15.053" v="4159" actId="1035"/>
        <pc:sldMkLst>
          <pc:docMk/>
          <pc:sldMk cId="3878308125" sldId="308"/>
        </pc:sldMkLst>
        <pc:spChg chg="mod">
          <ac:chgData name="Rossier Marion" userId="c8b1b53d-f944-46e0-a11a-67cb302b3eb7" providerId="ADAL" clId="{50C9598A-6CB8-475B-A933-4ED679467152}" dt="2024-10-31T16:21:20.618" v="2313" actId="27636"/>
          <ac:spMkLst>
            <pc:docMk/>
            <pc:sldMk cId="3878308125" sldId="308"/>
            <ac:spMk id="2" creationId="{2514A924-B1C3-2044-340E-29DB8322AFA2}"/>
          </ac:spMkLst>
        </pc:spChg>
        <pc:spChg chg="mod">
          <ac:chgData name="Rossier Marion" userId="c8b1b53d-f944-46e0-a11a-67cb302b3eb7" providerId="ADAL" clId="{50C9598A-6CB8-475B-A933-4ED679467152}" dt="2024-10-31T17:30:15.053" v="4159" actId="1035"/>
          <ac:spMkLst>
            <pc:docMk/>
            <pc:sldMk cId="3878308125" sldId="308"/>
            <ac:spMk id="3" creationId="{DD365861-24DE-E706-CA52-5E0ACEC15673}"/>
          </ac:spMkLst>
        </pc:spChg>
      </pc:sldChg>
      <pc:sldChg chg="modSp mod">
        <pc:chgData name="Rossier Marion" userId="c8b1b53d-f944-46e0-a11a-67cb302b3eb7" providerId="ADAL" clId="{50C9598A-6CB8-475B-A933-4ED679467152}" dt="2024-10-31T17:11:27.513" v="3910" actId="20577"/>
        <pc:sldMkLst>
          <pc:docMk/>
          <pc:sldMk cId="293402862" sldId="309"/>
        </pc:sldMkLst>
        <pc:spChg chg="mod">
          <ac:chgData name="Rossier Marion" userId="c8b1b53d-f944-46e0-a11a-67cb302b3eb7" providerId="ADAL" clId="{50C9598A-6CB8-475B-A933-4ED679467152}" dt="2024-10-31T17:11:27.513" v="3910" actId="20577"/>
          <ac:spMkLst>
            <pc:docMk/>
            <pc:sldMk cId="293402862" sldId="309"/>
            <ac:spMk id="2" creationId="{9C88C7BC-14AB-5ACA-BA85-3CABA6EDEA66}"/>
          </ac:spMkLst>
        </pc:spChg>
        <pc:spChg chg="mod">
          <ac:chgData name="Rossier Marion" userId="c8b1b53d-f944-46e0-a11a-67cb302b3eb7" providerId="ADAL" clId="{50C9598A-6CB8-475B-A933-4ED679467152}" dt="2024-10-29T20:03:25.052" v="80" actId="14100"/>
          <ac:spMkLst>
            <pc:docMk/>
            <pc:sldMk cId="293402862" sldId="309"/>
            <ac:spMk id="3" creationId="{3014E76D-2FEF-981D-1DD0-9B2AAC221BA6}"/>
          </ac:spMkLst>
        </pc:spChg>
      </pc:sldChg>
      <pc:sldChg chg="delSp modSp mod">
        <pc:chgData name="Rossier Marion" userId="c8b1b53d-f944-46e0-a11a-67cb302b3eb7" providerId="ADAL" clId="{50C9598A-6CB8-475B-A933-4ED679467152}" dt="2024-10-31T17:30:29.292" v="4175" actId="1037"/>
        <pc:sldMkLst>
          <pc:docMk/>
          <pc:sldMk cId="2340120499" sldId="310"/>
        </pc:sldMkLst>
        <pc:spChg chg="mod">
          <ac:chgData name="Rossier Marion" userId="c8b1b53d-f944-46e0-a11a-67cb302b3eb7" providerId="ADAL" clId="{50C9598A-6CB8-475B-A933-4ED679467152}" dt="2024-10-31T17:28:05.163" v="4138" actId="1037"/>
          <ac:spMkLst>
            <pc:docMk/>
            <pc:sldMk cId="2340120499" sldId="310"/>
            <ac:spMk id="2" creationId="{BC86A285-9D58-3F57-3EA5-4E8D6F2B2CF2}"/>
          </ac:spMkLst>
        </pc:spChg>
        <pc:spChg chg="mod">
          <ac:chgData name="Rossier Marion" userId="c8b1b53d-f944-46e0-a11a-67cb302b3eb7" providerId="ADAL" clId="{50C9598A-6CB8-475B-A933-4ED679467152}" dt="2024-10-31T17:30:29.292" v="4175" actId="1037"/>
          <ac:spMkLst>
            <pc:docMk/>
            <pc:sldMk cId="2340120499" sldId="310"/>
            <ac:spMk id="4" creationId="{96EBF4C8-05FA-E250-F4E3-55911A172231}"/>
          </ac:spMkLst>
        </pc:spChg>
        <pc:spChg chg="del">
          <ac:chgData name="Rossier Marion" userId="c8b1b53d-f944-46e0-a11a-67cb302b3eb7" providerId="ADAL" clId="{50C9598A-6CB8-475B-A933-4ED679467152}" dt="2024-10-29T20:28:24.778" v="474" actId="478"/>
          <ac:spMkLst>
            <pc:docMk/>
            <pc:sldMk cId="2340120499" sldId="310"/>
            <ac:spMk id="15" creationId="{5A067AC3-BB3D-275B-A4ED-B99228298D5E}"/>
          </ac:spMkLst>
        </pc:spChg>
        <pc:picChg chg="mod modCrop">
          <ac:chgData name="Rossier Marion" userId="c8b1b53d-f944-46e0-a11a-67cb302b3eb7" providerId="ADAL" clId="{50C9598A-6CB8-475B-A933-4ED679467152}" dt="2024-10-29T20:29:07.431" v="539" actId="1035"/>
          <ac:picMkLst>
            <pc:docMk/>
            <pc:sldMk cId="2340120499" sldId="310"/>
            <ac:picMk id="9" creationId="{FF5E9FBB-773D-015B-FC71-F1758D968B71}"/>
          </ac:picMkLst>
        </pc:picChg>
      </pc:sldChg>
      <pc:sldChg chg="modSp mod">
        <pc:chgData name="Rossier Marion" userId="c8b1b53d-f944-46e0-a11a-67cb302b3eb7" providerId="ADAL" clId="{50C9598A-6CB8-475B-A933-4ED679467152}" dt="2024-10-31T17:35:24.207" v="4518" actId="1035"/>
        <pc:sldMkLst>
          <pc:docMk/>
          <pc:sldMk cId="2475159223" sldId="311"/>
        </pc:sldMkLst>
        <pc:spChg chg="mod">
          <ac:chgData name="Rossier Marion" userId="c8b1b53d-f944-46e0-a11a-67cb302b3eb7" providerId="ADAL" clId="{50C9598A-6CB8-475B-A933-4ED679467152}" dt="2024-10-31T17:20:57.551" v="4099" actId="20577"/>
          <ac:spMkLst>
            <pc:docMk/>
            <pc:sldMk cId="2475159223" sldId="311"/>
            <ac:spMk id="2" creationId="{67D50AE7-83C6-19BD-9854-A1435E9AA13E}"/>
          </ac:spMkLst>
        </pc:spChg>
        <pc:spChg chg="mod">
          <ac:chgData name="Rossier Marion" userId="c8b1b53d-f944-46e0-a11a-67cb302b3eb7" providerId="ADAL" clId="{50C9598A-6CB8-475B-A933-4ED679467152}" dt="2024-10-31T17:35:24.207" v="4518" actId="1035"/>
          <ac:spMkLst>
            <pc:docMk/>
            <pc:sldMk cId="2475159223" sldId="311"/>
            <ac:spMk id="3" creationId="{E7C8A20E-1B95-34A3-08EA-D8AD27090592}"/>
          </ac:spMkLst>
        </pc:spChg>
      </pc:sldChg>
      <pc:sldChg chg="modSp del mod">
        <pc:chgData name="Rossier Marion" userId="c8b1b53d-f944-46e0-a11a-67cb302b3eb7" providerId="ADAL" clId="{50C9598A-6CB8-475B-A933-4ED679467152}" dt="2024-10-29T21:18:15.044" v="1676" actId="47"/>
        <pc:sldMkLst>
          <pc:docMk/>
          <pc:sldMk cId="3134494715" sldId="312"/>
        </pc:sldMkLst>
        <pc:spChg chg="mod">
          <ac:chgData name="Rossier Marion" userId="c8b1b53d-f944-46e0-a11a-67cb302b3eb7" providerId="ADAL" clId="{50C9598A-6CB8-475B-A933-4ED679467152}" dt="2024-10-29T21:17:15.826" v="1657"/>
          <ac:spMkLst>
            <pc:docMk/>
            <pc:sldMk cId="3134494715" sldId="312"/>
            <ac:spMk id="3" creationId="{E8E03825-5A38-CAB4-5F17-371990C85644}"/>
          </ac:spMkLst>
        </pc:spChg>
      </pc:sldChg>
      <pc:sldChg chg="modSp del mod">
        <pc:chgData name="Rossier Marion" userId="c8b1b53d-f944-46e0-a11a-67cb302b3eb7" providerId="ADAL" clId="{50C9598A-6CB8-475B-A933-4ED679467152}" dt="2024-10-29T21:18:48.719" v="1689" actId="47"/>
        <pc:sldMkLst>
          <pc:docMk/>
          <pc:sldMk cId="2354250409" sldId="313"/>
        </pc:sldMkLst>
        <pc:spChg chg="mod">
          <ac:chgData name="Rossier Marion" userId="c8b1b53d-f944-46e0-a11a-67cb302b3eb7" providerId="ADAL" clId="{50C9598A-6CB8-475B-A933-4ED679467152}" dt="2024-10-29T21:18:30.139" v="1685" actId="20577"/>
          <ac:spMkLst>
            <pc:docMk/>
            <pc:sldMk cId="2354250409" sldId="313"/>
            <ac:spMk id="3" creationId="{FE92EC72-BA82-9624-A5E4-DCEEC2BAB9FA}"/>
          </ac:spMkLst>
        </pc:spChg>
      </pc:sldChg>
      <pc:sldChg chg="modSp del mod">
        <pc:chgData name="Rossier Marion" userId="c8b1b53d-f944-46e0-a11a-67cb302b3eb7" providerId="ADAL" clId="{50C9598A-6CB8-475B-A933-4ED679467152}" dt="2024-10-29T21:19:32.860" v="1705" actId="47"/>
        <pc:sldMkLst>
          <pc:docMk/>
          <pc:sldMk cId="3650178290" sldId="314"/>
        </pc:sldMkLst>
        <pc:spChg chg="mod">
          <ac:chgData name="Rossier Marion" userId="c8b1b53d-f944-46e0-a11a-67cb302b3eb7" providerId="ADAL" clId="{50C9598A-6CB8-475B-A933-4ED679467152}" dt="2024-10-29T21:19:04.336" v="1698" actId="20577"/>
          <ac:spMkLst>
            <pc:docMk/>
            <pc:sldMk cId="3650178290" sldId="314"/>
            <ac:spMk id="3" creationId="{4DD37A63-1229-9538-0B57-A356D93D9F65}"/>
          </ac:spMkLst>
        </pc:spChg>
      </pc:sldChg>
      <pc:sldChg chg="modSp del mod">
        <pc:chgData name="Rossier Marion" userId="c8b1b53d-f944-46e0-a11a-67cb302b3eb7" providerId="ADAL" clId="{50C9598A-6CB8-475B-A933-4ED679467152}" dt="2024-10-29T21:20:05.942" v="1717" actId="47"/>
        <pc:sldMkLst>
          <pc:docMk/>
          <pc:sldMk cId="1958454111" sldId="315"/>
        </pc:sldMkLst>
        <pc:spChg chg="mod">
          <ac:chgData name="Rossier Marion" userId="c8b1b53d-f944-46e0-a11a-67cb302b3eb7" providerId="ADAL" clId="{50C9598A-6CB8-475B-A933-4ED679467152}" dt="2024-10-29T21:19:46.928" v="1714" actId="20577"/>
          <ac:spMkLst>
            <pc:docMk/>
            <pc:sldMk cId="1958454111" sldId="315"/>
            <ac:spMk id="3" creationId="{3A57AD8E-1812-C617-6577-269B6F195434}"/>
          </ac:spMkLst>
        </pc:spChg>
      </pc:sldChg>
      <pc:sldChg chg="modSp mod">
        <pc:chgData name="Rossier Marion" userId="c8b1b53d-f944-46e0-a11a-67cb302b3eb7" providerId="ADAL" clId="{50C9598A-6CB8-475B-A933-4ED679467152}" dt="2024-10-31T17:32:47.231" v="4253" actId="1036"/>
        <pc:sldMkLst>
          <pc:docMk/>
          <pc:sldMk cId="3644794768" sldId="316"/>
        </pc:sldMkLst>
        <pc:spChg chg="mod">
          <ac:chgData name="Rossier Marion" userId="c8b1b53d-f944-46e0-a11a-67cb302b3eb7" providerId="ADAL" clId="{50C9598A-6CB8-475B-A933-4ED679467152}" dt="2024-10-31T17:14:40.695" v="3965"/>
          <ac:spMkLst>
            <pc:docMk/>
            <pc:sldMk cId="3644794768" sldId="316"/>
            <ac:spMk id="7" creationId="{30BCE364-329D-B36B-CC98-D65DA62DE9FD}"/>
          </ac:spMkLst>
        </pc:spChg>
        <pc:spChg chg="mod">
          <ac:chgData name="Rossier Marion" userId="c8b1b53d-f944-46e0-a11a-67cb302b3eb7" providerId="ADAL" clId="{50C9598A-6CB8-475B-A933-4ED679467152}" dt="2024-10-31T17:32:47.231" v="4253" actId="1036"/>
          <ac:spMkLst>
            <pc:docMk/>
            <pc:sldMk cId="3644794768" sldId="316"/>
            <ac:spMk id="9" creationId="{348C3157-CAC5-EFB6-76DD-3DA3BC9A96FD}"/>
          </ac:spMkLst>
        </pc:spChg>
      </pc:sldChg>
      <pc:sldChg chg="modSp mod">
        <pc:chgData name="Rossier Marion" userId="c8b1b53d-f944-46e0-a11a-67cb302b3eb7" providerId="ADAL" clId="{50C9598A-6CB8-475B-A933-4ED679467152}" dt="2024-10-31T17:32:57.186" v="4276" actId="1038"/>
        <pc:sldMkLst>
          <pc:docMk/>
          <pc:sldMk cId="1666143818" sldId="317"/>
        </pc:sldMkLst>
        <pc:spChg chg="mod">
          <ac:chgData name="Rossier Marion" userId="c8b1b53d-f944-46e0-a11a-67cb302b3eb7" providerId="ADAL" clId="{50C9598A-6CB8-475B-A933-4ED679467152}" dt="2024-10-31T17:32:57.186" v="4276" actId="1038"/>
          <ac:spMkLst>
            <pc:docMk/>
            <pc:sldMk cId="1666143818" sldId="317"/>
            <ac:spMk id="9" creationId="{7AC4DDD3-35C4-FFA0-D9C2-300757C1FDB8}"/>
          </ac:spMkLst>
        </pc:spChg>
      </pc:sldChg>
      <pc:sldChg chg="modSp mod">
        <pc:chgData name="Rossier Marion" userId="c8b1b53d-f944-46e0-a11a-67cb302b3eb7" providerId="ADAL" clId="{50C9598A-6CB8-475B-A933-4ED679467152}" dt="2024-10-31T17:33:11.755" v="4300" actId="1037"/>
        <pc:sldMkLst>
          <pc:docMk/>
          <pc:sldMk cId="1106982801" sldId="318"/>
        </pc:sldMkLst>
        <pc:spChg chg="mod">
          <ac:chgData name="Rossier Marion" userId="c8b1b53d-f944-46e0-a11a-67cb302b3eb7" providerId="ADAL" clId="{50C9598A-6CB8-475B-A933-4ED679467152}" dt="2024-10-31T17:14:46.049" v="3967"/>
          <ac:spMkLst>
            <pc:docMk/>
            <pc:sldMk cId="1106982801" sldId="318"/>
            <ac:spMk id="7" creationId="{8A9B4D17-1A08-4883-C1E7-664B311EE654}"/>
          </ac:spMkLst>
        </pc:spChg>
        <pc:spChg chg="mod">
          <ac:chgData name="Rossier Marion" userId="c8b1b53d-f944-46e0-a11a-67cb302b3eb7" providerId="ADAL" clId="{50C9598A-6CB8-475B-A933-4ED679467152}" dt="2024-10-31T17:33:11.755" v="4300" actId="1037"/>
          <ac:spMkLst>
            <pc:docMk/>
            <pc:sldMk cId="1106982801" sldId="318"/>
            <ac:spMk id="9" creationId="{4C4CEF1B-E881-A5A2-F4EC-68B685732BC4}"/>
          </ac:spMkLst>
        </pc:spChg>
      </pc:sldChg>
      <pc:sldChg chg="modSp mod">
        <pc:chgData name="Rossier Marion" userId="c8b1b53d-f944-46e0-a11a-67cb302b3eb7" providerId="ADAL" clId="{50C9598A-6CB8-475B-A933-4ED679467152}" dt="2024-10-31T17:33:22.514" v="4320" actId="1037"/>
        <pc:sldMkLst>
          <pc:docMk/>
          <pc:sldMk cId="3886251754" sldId="319"/>
        </pc:sldMkLst>
        <pc:spChg chg="mod">
          <ac:chgData name="Rossier Marion" userId="c8b1b53d-f944-46e0-a11a-67cb302b3eb7" providerId="ADAL" clId="{50C9598A-6CB8-475B-A933-4ED679467152}" dt="2024-10-29T21:00:00.463" v="1116" actId="20577"/>
          <ac:spMkLst>
            <pc:docMk/>
            <pc:sldMk cId="3886251754" sldId="319"/>
            <ac:spMk id="7" creationId="{AECF4B63-62F0-0061-B963-ADD40C27B607}"/>
          </ac:spMkLst>
        </pc:spChg>
        <pc:spChg chg="mod">
          <ac:chgData name="Rossier Marion" userId="c8b1b53d-f944-46e0-a11a-67cb302b3eb7" providerId="ADAL" clId="{50C9598A-6CB8-475B-A933-4ED679467152}" dt="2024-10-31T17:33:22.514" v="4320" actId="1037"/>
          <ac:spMkLst>
            <pc:docMk/>
            <pc:sldMk cId="3886251754" sldId="319"/>
            <ac:spMk id="9" creationId="{7AB47034-7C67-48AE-98CA-D6D194B8609E}"/>
          </ac:spMkLst>
        </pc:spChg>
      </pc:sldChg>
      <pc:sldChg chg="modSp mod">
        <pc:chgData name="Rossier Marion" userId="c8b1b53d-f944-46e0-a11a-67cb302b3eb7" providerId="ADAL" clId="{50C9598A-6CB8-475B-A933-4ED679467152}" dt="2024-10-31T17:33:43.912" v="4346" actId="1038"/>
        <pc:sldMkLst>
          <pc:docMk/>
          <pc:sldMk cId="1723681842" sldId="320"/>
        </pc:sldMkLst>
        <pc:spChg chg="mod">
          <ac:chgData name="Rossier Marion" userId="c8b1b53d-f944-46e0-a11a-67cb302b3eb7" providerId="ADAL" clId="{50C9598A-6CB8-475B-A933-4ED679467152}" dt="2024-10-31T17:14:53.186" v="3969"/>
          <ac:spMkLst>
            <pc:docMk/>
            <pc:sldMk cId="1723681842" sldId="320"/>
            <ac:spMk id="7" creationId="{F23B1F5A-09C0-FF3D-9034-690BC2C8B5F0}"/>
          </ac:spMkLst>
        </pc:spChg>
        <pc:spChg chg="mod">
          <ac:chgData name="Rossier Marion" userId="c8b1b53d-f944-46e0-a11a-67cb302b3eb7" providerId="ADAL" clId="{50C9598A-6CB8-475B-A933-4ED679467152}" dt="2024-10-31T17:33:43.912" v="4346" actId="1038"/>
          <ac:spMkLst>
            <pc:docMk/>
            <pc:sldMk cId="1723681842" sldId="320"/>
            <ac:spMk id="9" creationId="{10EC0466-CDBF-EAF4-4AD9-7EA9C9FCC5E8}"/>
          </ac:spMkLst>
        </pc:spChg>
      </pc:sldChg>
      <pc:sldChg chg="modSp mod">
        <pc:chgData name="Rossier Marion" userId="c8b1b53d-f944-46e0-a11a-67cb302b3eb7" providerId="ADAL" clId="{50C9598A-6CB8-475B-A933-4ED679467152}" dt="2024-10-31T17:27:51.677" v="4132" actId="1037"/>
        <pc:sldMkLst>
          <pc:docMk/>
          <pc:sldMk cId="1252616860" sldId="322"/>
        </pc:sldMkLst>
        <pc:spChg chg="mod">
          <ac:chgData name="Rossier Marion" userId="c8b1b53d-f944-46e0-a11a-67cb302b3eb7" providerId="ADAL" clId="{50C9598A-6CB8-475B-A933-4ED679467152}" dt="2024-10-31T17:27:51.677" v="4132" actId="1037"/>
          <ac:spMkLst>
            <pc:docMk/>
            <pc:sldMk cId="1252616860" sldId="322"/>
            <ac:spMk id="2" creationId="{EFD51D50-91EB-0DF6-35B0-86684CDB407B}"/>
          </ac:spMkLst>
        </pc:spChg>
        <pc:picChg chg="mod">
          <ac:chgData name="Rossier Marion" userId="c8b1b53d-f944-46e0-a11a-67cb302b3eb7" providerId="ADAL" clId="{50C9598A-6CB8-475B-A933-4ED679467152}" dt="2024-10-31T17:16:53.941" v="3989" actId="1076"/>
          <ac:picMkLst>
            <pc:docMk/>
            <pc:sldMk cId="1252616860" sldId="322"/>
            <ac:picMk id="2052" creationId="{9FEB0007-7D4D-461F-8E11-53D0D918FF75}"/>
          </ac:picMkLst>
        </pc:picChg>
      </pc:sldChg>
      <pc:sldChg chg="modSp mod ord">
        <pc:chgData name="Rossier Marion" userId="c8b1b53d-f944-46e0-a11a-67cb302b3eb7" providerId="ADAL" clId="{50C9598A-6CB8-475B-A933-4ED679467152}" dt="2024-10-31T17:32:14.876" v="4205"/>
        <pc:sldMkLst>
          <pc:docMk/>
          <pc:sldMk cId="2167543332" sldId="324"/>
        </pc:sldMkLst>
        <pc:spChg chg="mod">
          <ac:chgData name="Rossier Marion" userId="c8b1b53d-f944-46e0-a11a-67cb302b3eb7" providerId="ADAL" clId="{50C9598A-6CB8-475B-A933-4ED679467152}" dt="2024-10-31T17:16:24.108" v="3983"/>
          <ac:spMkLst>
            <pc:docMk/>
            <pc:sldMk cId="2167543332" sldId="324"/>
            <ac:spMk id="2" creationId="{4F3229D5-AFBC-527E-C15C-7D504E2727B1}"/>
          </ac:spMkLst>
        </pc:spChg>
        <pc:spChg chg="mod">
          <ac:chgData name="Rossier Marion" userId="c8b1b53d-f944-46e0-a11a-67cb302b3eb7" providerId="ADAL" clId="{50C9598A-6CB8-475B-A933-4ED679467152}" dt="2024-10-31T17:32:08.202" v="4203" actId="1035"/>
          <ac:spMkLst>
            <pc:docMk/>
            <pc:sldMk cId="2167543332" sldId="324"/>
            <ac:spMk id="7" creationId="{8C0E27B9-BFD4-64CB-58DB-79DE313E4AE8}"/>
          </ac:spMkLst>
        </pc:spChg>
      </pc:sldChg>
      <pc:sldChg chg="modSp mod">
        <pc:chgData name="Rossier Marion" userId="c8b1b53d-f944-46e0-a11a-67cb302b3eb7" providerId="ADAL" clId="{50C9598A-6CB8-475B-A933-4ED679467152}" dt="2024-10-31T17:32:24.311" v="4229" actId="1037"/>
        <pc:sldMkLst>
          <pc:docMk/>
          <pc:sldMk cId="2066724445" sldId="325"/>
        </pc:sldMkLst>
        <pc:spChg chg="mod">
          <ac:chgData name="Rossier Marion" userId="c8b1b53d-f944-46e0-a11a-67cb302b3eb7" providerId="ADAL" clId="{50C9598A-6CB8-475B-A933-4ED679467152}" dt="2024-10-31T17:16:28.669" v="3985"/>
          <ac:spMkLst>
            <pc:docMk/>
            <pc:sldMk cId="2066724445" sldId="325"/>
            <ac:spMk id="2" creationId="{9ED95017-84FB-5F82-FF65-014557B2062E}"/>
          </ac:spMkLst>
        </pc:spChg>
        <pc:spChg chg="mod">
          <ac:chgData name="Rossier Marion" userId="c8b1b53d-f944-46e0-a11a-67cb302b3eb7" providerId="ADAL" clId="{50C9598A-6CB8-475B-A933-4ED679467152}" dt="2024-10-31T17:32:24.311" v="4229" actId="1037"/>
          <ac:spMkLst>
            <pc:docMk/>
            <pc:sldMk cId="2066724445" sldId="325"/>
            <ac:spMk id="7" creationId="{9CDB4891-38F2-F746-E5A7-D00E7CF7B034}"/>
          </ac:spMkLst>
        </pc:spChg>
      </pc:sldChg>
      <pc:sldChg chg="modSp mod">
        <pc:chgData name="Rossier Marion" userId="c8b1b53d-f944-46e0-a11a-67cb302b3eb7" providerId="ADAL" clId="{50C9598A-6CB8-475B-A933-4ED679467152}" dt="2024-10-31T17:34:11.935" v="4372" actId="1076"/>
        <pc:sldMkLst>
          <pc:docMk/>
          <pc:sldMk cId="1591517547" sldId="326"/>
        </pc:sldMkLst>
        <pc:spChg chg="mod">
          <ac:chgData name="Rossier Marion" userId="c8b1b53d-f944-46e0-a11a-67cb302b3eb7" providerId="ADAL" clId="{50C9598A-6CB8-475B-A933-4ED679467152}" dt="2024-10-31T17:28:45.334" v="4146" actId="1037"/>
          <ac:spMkLst>
            <pc:docMk/>
            <pc:sldMk cId="1591517547" sldId="326"/>
            <ac:spMk id="4" creationId="{CBEC9DE2-D6E1-0294-423B-FA0F55F54076}"/>
          </ac:spMkLst>
        </pc:spChg>
        <pc:spChg chg="mod">
          <ac:chgData name="Rossier Marion" userId="c8b1b53d-f944-46e0-a11a-67cb302b3eb7" providerId="ADAL" clId="{50C9598A-6CB8-475B-A933-4ED679467152}" dt="2024-10-31T17:34:05.801" v="4371" actId="1037"/>
          <ac:spMkLst>
            <pc:docMk/>
            <pc:sldMk cId="1591517547" sldId="326"/>
            <ac:spMk id="7" creationId="{792B2375-D6AC-6202-A1CE-E27E290F597F}"/>
          </ac:spMkLst>
        </pc:spChg>
        <pc:picChg chg="mod">
          <ac:chgData name="Rossier Marion" userId="c8b1b53d-f944-46e0-a11a-67cb302b3eb7" providerId="ADAL" clId="{50C9598A-6CB8-475B-A933-4ED679467152}" dt="2024-10-31T17:34:11.935" v="4372" actId="1076"/>
          <ac:picMkLst>
            <pc:docMk/>
            <pc:sldMk cId="1591517547" sldId="326"/>
            <ac:picMk id="3074" creationId="{DC8C0549-A576-69A9-14B0-D62E1064E2F1}"/>
          </ac:picMkLst>
        </pc:picChg>
      </pc:sldChg>
      <pc:sldChg chg="modSp mod">
        <pc:chgData name="Rossier Marion" userId="c8b1b53d-f944-46e0-a11a-67cb302b3eb7" providerId="ADAL" clId="{50C9598A-6CB8-475B-A933-4ED679467152}" dt="2024-10-31T17:34:35.222" v="4428" actId="1037"/>
        <pc:sldMkLst>
          <pc:docMk/>
          <pc:sldMk cId="2117419906" sldId="327"/>
        </pc:sldMkLst>
        <pc:spChg chg="mod">
          <ac:chgData name="Rossier Marion" userId="c8b1b53d-f944-46e0-a11a-67cb302b3eb7" providerId="ADAL" clId="{50C9598A-6CB8-475B-A933-4ED679467152}" dt="2024-10-31T17:15:04.104" v="3973"/>
          <ac:spMkLst>
            <pc:docMk/>
            <pc:sldMk cId="2117419906" sldId="327"/>
            <ac:spMk id="10" creationId="{140A77F0-FD8B-7319-3C9A-AF80FC32DC83}"/>
          </ac:spMkLst>
        </pc:spChg>
        <pc:spChg chg="mod">
          <ac:chgData name="Rossier Marion" userId="c8b1b53d-f944-46e0-a11a-67cb302b3eb7" providerId="ADAL" clId="{50C9598A-6CB8-475B-A933-4ED679467152}" dt="2024-10-31T17:34:35.222" v="4428" actId="1037"/>
          <ac:spMkLst>
            <pc:docMk/>
            <pc:sldMk cId="2117419906" sldId="327"/>
            <ac:spMk id="11" creationId="{3FFFDA90-B07B-387A-D626-B2A628C4E8FF}"/>
          </ac:spMkLst>
        </pc:spChg>
      </pc:sldChg>
      <pc:sldChg chg="modSp mod">
        <pc:chgData name="Rossier Marion" userId="c8b1b53d-f944-46e0-a11a-67cb302b3eb7" providerId="ADAL" clId="{50C9598A-6CB8-475B-A933-4ED679467152}" dt="2024-10-31T17:34:48.099" v="4449" actId="1037"/>
        <pc:sldMkLst>
          <pc:docMk/>
          <pc:sldMk cId="1659413772" sldId="328"/>
        </pc:sldMkLst>
        <pc:spChg chg="mod">
          <ac:chgData name="Rossier Marion" userId="c8b1b53d-f944-46e0-a11a-67cb302b3eb7" providerId="ADAL" clId="{50C9598A-6CB8-475B-A933-4ED679467152}" dt="2024-10-29T21:16:36.696" v="1641" actId="20577"/>
          <ac:spMkLst>
            <pc:docMk/>
            <pc:sldMk cId="1659413772" sldId="328"/>
            <ac:spMk id="10" creationId="{07A2EFA0-913F-0D51-9555-758AE467AA92}"/>
          </ac:spMkLst>
        </pc:spChg>
        <pc:spChg chg="mod">
          <ac:chgData name="Rossier Marion" userId="c8b1b53d-f944-46e0-a11a-67cb302b3eb7" providerId="ADAL" clId="{50C9598A-6CB8-475B-A933-4ED679467152}" dt="2024-10-31T17:34:48.099" v="4449" actId="1037"/>
          <ac:spMkLst>
            <pc:docMk/>
            <pc:sldMk cId="1659413772" sldId="328"/>
            <ac:spMk id="11" creationId="{23EDDAF0-8356-A05F-A2C4-D62C8D9E3E8A}"/>
          </ac:spMkLst>
        </pc:spChg>
      </pc:sldChg>
      <pc:sldChg chg="addSp modSp mod">
        <pc:chgData name="Rossier Marion" userId="c8b1b53d-f944-46e0-a11a-67cb302b3eb7" providerId="ADAL" clId="{50C9598A-6CB8-475B-A933-4ED679467152}" dt="2024-10-31T17:35:15.452" v="4500" actId="1037"/>
        <pc:sldMkLst>
          <pc:docMk/>
          <pc:sldMk cId="2056169113" sldId="329"/>
        </pc:sldMkLst>
        <pc:spChg chg="add mod">
          <ac:chgData name="Rossier Marion" userId="c8b1b53d-f944-46e0-a11a-67cb302b3eb7" providerId="ADAL" clId="{50C9598A-6CB8-475B-A933-4ED679467152}" dt="2024-10-31T17:35:15.452" v="4500" actId="1037"/>
          <ac:spMkLst>
            <pc:docMk/>
            <pc:sldMk cId="2056169113" sldId="329"/>
            <ac:spMk id="3" creationId="{EF9D16E6-5E85-34FF-9983-17A136B5EE82}"/>
          </ac:spMkLst>
        </pc:spChg>
        <pc:spChg chg="mod">
          <ac:chgData name="Rossier Marion" userId="c8b1b53d-f944-46e0-a11a-67cb302b3eb7" providerId="ADAL" clId="{50C9598A-6CB8-475B-A933-4ED679467152}" dt="2024-10-31T17:29:19.133" v="4150" actId="1037"/>
          <ac:spMkLst>
            <pc:docMk/>
            <pc:sldMk cId="2056169113" sldId="329"/>
            <ac:spMk id="4" creationId="{A715F977-1D57-2A13-2995-80B556342FBD}"/>
          </ac:spMkLst>
        </pc:spChg>
        <pc:spChg chg="add mod">
          <ac:chgData name="Rossier Marion" userId="c8b1b53d-f944-46e0-a11a-67cb302b3eb7" providerId="ADAL" clId="{50C9598A-6CB8-475B-A933-4ED679467152}" dt="2024-10-31T17:19:51.972" v="4071" actId="1036"/>
          <ac:spMkLst>
            <pc:docMk/>
            <pc:sldMk cId="2056169113" sldId="329"/>
            <ac:spMk id="5" creationId="{305070B1-4081-12D6-7CE6-901F117122CE}"/>
          </ac:spMkLst>
        </pc:spChg>
        <pc:spChg chg="add mod">
          <ac:chgData name="Rossier Marion" userId="c8b1b53d-f944-46e0-a11a-67cb302b3eb7" providerId="ADAL" clId="{50C9598A-6CB8-475B-A933-4ED679467152}" dt="2024-10-31T17:19:42.097" v="4035" actId="1035"/>
          <ac:spMkLst>
            <pc:docMk/>
            <pc:sldMk cId="2056169113" sldId="329"/>
            <ac:spMk id="6" creationId="{B6E34D2F-1FAC-29A6-343E-AA39B8768815}"/>
          </ac:spMkLst>
        </pc:spChg>
        <pc:spChg chg="add mod">
          <ac:chgData name="Rossier Marion" userId="c8b1b53d-f944-46e0-a11a-67cb302b3eb7" providerId="ADAL" clId="{50C9598A-6CB8-475B-A933-4ED679467152}" dt="2024-10-31T17:19:48.192" v="4059" actId="1037"/>
          <ac:spMkLst>
            <pc:docMk/>
            <pc:sldMk cId="2056169113" sldId="329"/>
            <ac:spMk id="7" creationId="{1FA8C1B9-35C4-97AD-991F-AB595AFAA65F}"/>
          </ac:spMkLst>
        </pc:spChg>
        <pc:picChg chg="mod">
          <ac:chgData name="Rossier Marion" userId="c8b1b53d-f944-46e0-a11a-67cb302b3eb7" providerId="ADAL" clId="{50C9598A-6CB8-475B-A933-4ED679467152}" dt="2024-10-31T17:19:32.320" v="4023" actId="1076"/>
          <ac:picMkLst>
            <pc:docMk/>
            <pc:sldMk cId="2056169113" sldId="329"/>
            <ac:picMk id="4098" creationId="{BF5B1DF1-238B-184B-6C6C-EE01FF962F77}"/>
          </ac:picMkLst>
        </pc:picChg>
      </pc:sldChg>
      <pc:sldChg chg="addSp modSp mod">
        <pc:chgData name="Rossier Marion" userId="c8b1b53d-f944-46e0-a11a-67cb302b3eb7" providerId="ADAL" clId="{50C9598A-6CB8-475B-A933-4ED679467152}" dt="2024-10-31T17:36:32.507" v="4597" actId="1036"/>
        <pc:sldMkLst>
          <pc:docMk/>
          <pc:sldMk cId="1683793572" sldId="330"/>
        </pc:sldMkLst>
        <pc:spChg chg="mod">
          <ac:chgData name="Rossier Marion" userId="c8b1b53d-f944-46e0-a11a-67cb302b3eb7" providerId="ADAL" clId="{50C9598A-6CB8-475B-A933-4ED679467152}" dt="2024-10-31T17:36:32.507" v="4597" actId="1036"/>
          <ac:spMkLst>
            <pc:docMk/>
            <pc:sldMk cId="1683793572" sldId="330"/>
            <ac:spMk id="3" creationId="{F81F4306-8D0E-145B-FF4B-BE2F02EF0B28}"/>
          </ac:spMkLst>
        </pc:spChg>
        <pc:spChg chg="add mod">
          <ac:chgData name="Rossier Marion" userId="c8b1b53d-f944-46e0-a11a-67cb302b3eb7" providerId="ADAL" clId="{50C9598A-6CB8-475B-A933-4ED679467152}" dt="2024-10-31T17:36:21.092" v="4588" actId="1038"/>
          <ac:spMkLst>
            <pc:docMk/>
            <pc:sldMk cId="1683793572" sldId="330"/>
            <ac:spMk id="5" creationId="{7921351A-ABA5-355A-23FE-2A0124E92AF7}"/>
          </ac:spMkLst>
        </pc:spChg>
      </pc:sldChg>
      <pc:sldChg chg="addSp modSp mod">
        <pc:chgData name="Rossier Marion" userId="c8b1b53d-f944-46e0-a11a-67cb302b3eb7" providerId="ADAL" clId="{50C9598A-6CB8-475B-A933-4ED679467152}" dt="2024-10-31T17:40:04.400" v="4631" actId="20577"/>
        <pc:sldMkLst>
          <pc:docMk/>
          <pc:sldMk cId="1562374286" sldId="331"/>
        </pc:sldMkLst>
        <pc:spChg chg="mod">
          <ac:chgData name="Rossier Marion" userId="c8b1b53d-f944-46e0-a11a-67cb302b3eb7" providerId="ADAL" clId="{50C9598A-6CB8-475B-A933-4ED679467152}" dt="2024-10-31T17:40:04.400" v="4631" actId="20577"/>
          <ac:spMkLst>
            <pc:docMk/>
            <pc:sldMk cId="1562374286" sldId="331"/>
            <ac:spMk id="3" creationId="{51CEF3F1-B7BC-EF7F-99CC-7B5FDEC9BEB4}"/>
          </ac:spMkLst>
        </pc:spChg>
        <pc:spChg chg="add mod">
          <ac:chgData name="Rossier Marion" userId="c8b1b53d-f944-46e0-a11a-67cb302b3eb7" providerId="ADAL" clId="{50C9598A-6CB8-475B-A933-4ED679467152}" dt="2024-10-31T17:37:08.295" v="4629" actId="1035"/>
          <ac:spMkLst>
            <pc:docMk/>
            <pc:sldMk cId="1562374286" sldId="331"/>
            <ac:spMk id="5" creationId="{0615E066-E373-A1D8-51B8-B7A44C14969E}"/>
          </ac:spMkLst>
        </pc:spChg>
      </pc:sldChg>
      <pc:sldChg chg="modSp mod">
        <pc:chgData name="Rossier Marion" userId="c8b1b53d-f944-46e0-a11a-67cb302b3eb7" providerId="ADAL" clId="{50C9598A-6CB8-475B-A933-4ED679467152}" dt="2024-10-31T17:12:40.690" v="3948" actId="20577"/>
        <pc:sldMkLst>
          <pc:docMk/>
          <pc:sldMk cId="555073499" sldId="332"/>
        </pc:sldMkLst>
        <pc:spChg chg="mod">
          <ac:chgData name="Rossier Marion" userId="c8b1b53d-f944-46e0-a11a-67cb302b3eb7" providerId="ADAL" clId="{50C9598A-6CB8-475B-A933-4ED679467152}" dt="2024-10-31T17:11:36.308" v="3920" actId="20577"/>
          <ac:spMkLst>
            <pc:docMk/>
            <pc:sldMk cId="555073499" sldId="332"/>
            <ac:spMk id="2" creationId="{F70EA9C7-848A-D263-BD3E-F724E54BB00B}"/>
          </ac:spMkLst>
        </pc:spChg>
        <pc:spChg chg="mod">
          <ac:chgData name="Rossier Marion" userId="c8b1b53d-f944-46e0-a11a-67cb302b3eb7" providerId="ADAL" clId="{50C9598A-6CB8-475B-A933-4ED679467152}" dt="2024-10-31T17:12:40.690" v="3948" actId="20577"/>
          <ac:spMkLst>
            <pc:docMk/>
            <pc:sldMk cId="555073499" sldId="332"/>
            <ac:spMk id="3" creationId="{2226A32C-7C28-7F5F-70B9-E3D96491569F}"/>
          </ac:spMkLst>
        </pc:spChg>
      </pc:sldChg>
      <pc:sldChg chg="modSp mod">
        <pc:chgData name="Rossier Marion" userId="c8b1b53d-f944-46e0-a11a-67cb302b3eb7" providerId="ADAL" clId="{50C9598A-6CB8-475B-A933-4ED679467152}" dt="2024-10-31T17:34:23.800" v="4410" actId="1037"/>
        <pc:sldMkLst>
          <pc:docMk/>
          <pc:sldMk cId="614502841" sldId="333"/>
        </pc:sldMkLst>
        <pc:spChg chg="mod">
          <ac:chgData name="Rossier Marion" userId="c8b1b53d-f944-46e0-a11a-67cb302b3eb7" providerId="ADAL" clId="{50C9598A-6CB8-475B-A933-4ED679467152}" dt="2024-10-31T17:28:39.859" v="4145" actId="1037"/>
          <ac:spMkLst>
            <pc:docMk/>
            <pc:sldMk cId="614502841" sldId="333"/>
            <ac:spMk id="4" creationId="{23CACA81-F6DA-DFB9-699F-FCA44176FD2D}"/>
          </ac:spMkLst>
        </pc:spChg>
        <pc:spChg chg="mod">
          <ac:chgData name="Rossier Marion" userId="c8b1b53d-f944-46e0-a11a-67cb302b3eb7" providerId="ADAL" clId="{50C9598A-6CB8-475B-A933-4ED679467152}" dt="2024-10-31T17:34:23.800" v="4410" actId="1037"/>
          <ac:spMkLst>
            <pc:docMk/>
            <pc:sldMk cId="614502841" sldId="333"/>
            <ac:spMk id="7" creationId="{4F2AC817-3B30-132F-FDA6-F4301ECCA6B4}"/>
          </ac:spMkLst>
        </pc:spChg>
      </pc:sldChg>
      <pc:sldChg chg="modSp mod">
        <pc:chgData name="Rossier Marion" userId="c8b1b53d-f944-46e0-a11a-67cb302b3eb7" providerId="ADAL" clId="{50C9598A-6CB8-475B-A933-4ED679467152}" dt="2024-10-31T17:35:00.070" v="4475" actId="1037"/>
        <pc:sldMkLst>
          <pc:docMk/>
          <pc:sldMk cId="3204947347" sldId="334"/>
        </pc:sldMkLst>
        <pc:spChg chg="mod">
          <ac:chgData name="Rossier Marion" userId="c8b1b53d-f944-46e0-a11a-67cb302b3eb7" providerId="ADAL" clId="{50C9598A-6CB8-475B-A933-4ED679467152}" dt="2024-10-31T17:35:00.070" v="4475" actId="1037"/>
          <ac:spMkLst>
            <pc:docMk/>
            <pc:sldMk cId="3204947347" sldId="334"/>
            <ac:spMk id="11" creationId="{194AD9C2-E153-3B22-1A74-92CE50B41FB1}"/>
          </ac:spMkLst>
        </pc:spChg>
      </pc:sldChg>
      <pc:sldChg chg="modSp mod">
        <pc:chgData name="Rossier Marion" userId="c8b1b53d-f944-46e0-a11a-67cb302b3eb7" providerId="ADAL" clId="{50C9598A-6CB8-475B-A933-4ED679467152}" dt="2024-10-31T17:35:33.692" v="4533" actId="1035"/>
        <pc:sldMkLst>
          <pc:docMk/>
          <pc:sldMk cId="2454922974" sldId="335"/>
        </pc:sldMkLst>
        <pc:spChg chg="mod">
          <ac:chgData name="Rossier Marion" userId="c8b1b53d-f944-46e0-a11a-67cb302b3eb7" providerId="ADAL" clId="{50C9598A-6CB8-475B-A933-4ED679467152}" dt="2024-10-31T17:21:02.402" v="4101" actId="20577"/>
          <ac:spMkLst>
            <pc:docMk/>
            <pc:sldMk cId="2454922974" sldId="335"/>
            <ac:spMk id="2" creationId="{94866317-F1C4-D058-00E9-E98945907271}"/>
          </ac:spMkLst>
        </pc:spChg>
        <pc:spChg chg="mod">
          <ac:chgData name="Rossier Marion" userId="c8b1b53d-f944-46e0-a11a-67cb302b3eb7" providerId="ADAL" clId="{50C9598A-6CB8-475B-A933-4ED679467152}" dt="2024-10-31T17:35:33.692" v="4533" actId="1035"/>
          <ac:spMkLst>
            <pc:docMk/>
            <pc:sldMk cId="2454922974" sldId="335"/>
            <ac:spMk id="3" creationId="{95CE8AB0-1BD4-C778-53EE-6062D7F8B771}"/>
          </ac:spMkLst>
        </pc:spChg>
      </pc:sldChg>
      <pc:sldChg chg="modSp mod">
        <pc:chgData name="Rossier Marion" userId="c8b1b53d-f944-46e0-a11a-67cb302b3eb7" providerId="ADAL" clId="{50C9598A-6CB8-475B-A933-4ED679467152}" dt="2024-10-31T17:35:44.378" v="4551" actId="1035"/>
        <pc:sldMkLst>
          <pc:docMk/>
          <pc:sldMk cId="407417237" sldId="336"/>
        </pc:sldMkLst>
        <pc:spChg chg="mod">
          <ac:chgData name="Rossier Marion" userId="c8b1b53d-f944-46e0-a11a-67cb302b3eb7" providerId="ADAL" clId="{50C9598A-6CB8-475B-A933-4ED679467152}" dt="2024-10-31T17:21:11.640" v="4103" actId="20577"/>
          <ac:spMkLst>
            <pc:docMk/>
            <pc:sldMk cId="407417237" sldId="336"/>
            <ac:spMk id="2" creationId="{10F56309-DCB5-5FA8-87E7-859B983FB070}"/>
          </ac:spMkLst>
        </pc:spChg>
        <pc:spChg chg="mod">
          <ac:chgData name="Rossier Marion" userId="c8b1b53d-f944-46e0-a11a-67cb302b3eb7" providerId="ADAL" clId="{50C9598A-6CB8-475B-A933-4ED679467152}" dt="2024-10-31T17:35:44.378" v="4551" actId="1035"/>
          <ac:spMkLst>
            <pc:docMk/>
            <pc:sldMk cId="407417237" sldId="336"/>
            <ac:spMk id="6" creationId="{B0AC8B33-995F-BAF8-36DF-EF875BEB5671}"/>
          </ac:spMkLst>
        </pc:spChg>
      </pc:sldChg>
      <pc:sldChg chg="modSp del mod">
        <pc:chgData name="Rossier Marion" userId="c8b1b53d-f944-46e0-a11a-67cb302b3eb7" providerId="ADAL" clId="{50C9598A-6CB8-475B-A933-4ED679467152}" dt="2024-10-29T21:39:25.597" v="2290" actId="47"/>
        <pc:sldMkLst>
          <pc:docMk/>
          <pc:sldMk cId="2853621845" sldId="337"/>
        </pc:sldMkLst>
        <pc:spChg chg="mod">
          <ac:chgData name="Rossier Marion" userId="c8b1b53d-f944-46e0-a11a-67cb302b3eb7" providerId="ADAL" clId="{50C9598A-6CB8-475B-A933-4ED679467152}" dt="2024-10-29T21:37:32.059" v="2234" actId="5793"/>
          <ac:spMkLst>
            <pc:docMk/>
            <pc:sldMk cId="2853621845" sldId="337"/>
            <ac:spMk id="3" creationId="{51CEF3F1-B7BC-EF7F-99CC-7B5FDEC9BEB4}"/>
          </ac:spMkLst>
        </pc:spChg>
      </pc:sldChg>
      <pc:sldChg chg="modSp add del mod">
        <pc:chgData name="Rossier Marion" userId="c8b1b53d-f944-46e0-a11a-67cb302b3eb7" providerId="ADAL" clId="{50C9598A-6CB8-475B-A933-4ED679467152}" dt="2024-10-31T17:35:54.356" v="4578" actId="1036"/>
        <pc:sldMkLst>
          <pc:docMk/>
          <pc:sldMk cId="1633976521" sldId="339"/>
        </pc:sldMkLst>
        <pc:spChg chg="mod">
          <ac:chgData name="Rossier Marion" userId="c8b1b53d-f944-46e0-a11a-67cb302b3eb7" providerId="ADAL" clId="{50C9598A-6CB8-475B-A933-4ED679467152}" dt="2024-10-31T17:15:32.841" v="3979" actId="20577"/>
          <ac:spMkLst>
            <pc:docMk/>
            <pc:sldMk cId="1633976521" sldId="339"/>
            <ac:spMk id="2" creationId="{9CFD4823-3F98-63FE-1923-D51619ABCD88}"/>
          </ac:spMkLst>
        </pc:spChg>
        <pc:spChg chg="mod">
          <ac:chgData name="Rossier Marion" userId="c8b1b53d-f944-46e0-a11a-67cb302b3eb7" providerId="ADAL" clId="{50C9598A-6CB8-475B-A933-4ED679467152}" dt="2024-10-31T17:35:54.356" v="4578" actId="1036"/>
          <ac:spMkLst>
            <pc:docMk/>
            <pc:sldMk cId="1633976521" sldId="339"/>
            <ac:spMk id="6" creationId="{1FDBA098-709D-A7D3-40CF-B275A0DD2D4D}"/>
          </ac:spMkLst>
        </pc:spChg>
      </pc:sldChg>
      <pc:sldChg chg="modSp add mod ord modCm">
        <pc:chgData name="Rossier Marion" userId="c8b1b53d-f944-46e0-a11a-67cb302b3eb7" providerId="ADAL" clId="{50C9598A-6CB8-475B-A933-4ED679467152}" dt="2024-10-31T17:17:14.183" v="3997" actId="20577"/>
        <pc:sldMkLst>
          <pc:docMk/>
          <pc:sldMk cId="949153149" sldId="340"/>
        </pc:sldMkLst>
        <pc:spChg chg="mod">
          <ac:chgData name="Rossier Marion" userId="c8b1b53d-f944-46e0-a11a-67cb302b3eb7" providerId="ADAL" clId="{50C9598A-6CB8-475B-A933-4ED679467152}" dt="2024-10-31T17:17:14.183" v="3997" actId="20577"/>
          <ac:spMkLst>
            <pc:docMk/>
            <pc:sldMk cId="949153149" sldId="340"/>
            <ac:spMk id="2" creationId="{BAF8691C-2704-42D4-A4C9-1CC65FE7332F}"/>
          </ac:spMkLst>
        </pc:spChg>
        <pc:spChg chg="mod">
          <ac:chgData name="Rossier Marion" userId="c8b1b53d-f944-46e0-a11a-67cb302b3eb7" providerId="ADAL" clId="{50C9598A-6CB8-475B-A933-4ED679467152}" dt="2024-10-31T17:04:00.721" v="3664"/>
          <ac:spMkLst>
            <pc:docMk/>
            <pc:sldMk cId="949153149" sldId="340"/>
            <ac:spMk id="6" creationId="{3A5CF748-D46B-F2C4-CE99-1B796C01ABE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Rossier Marion" userId="c8b1b53d-f944-46e0-a11a-67cb302b3eb7" providerId="ADAL" clId="{50C9598A-6CB8-475B-A933-4ED679467152}" dt="2024-10-31T17:04:00.721" v="3664"/>
              <pc2:cmMkLst xmlns:pc2="http://schemas.microsoft.com/office/powerpoint/2019/9/main/command">
                <pc:docMk/>
                <pc:sldMk cId="949153149" sldId="340"/>
                <pc2:cmMk id="{518AC6EB-B591-413C-B4BD-02105768F455}"/>
              </pc2:cmMkLst>
            </pc226:cmChg>
          </p:ext>
        </pc:extLst>
      </pc:sldChg>
      <pc:sldChg chg="add del">
        <pc:chgData name="Rossier Marion" userId="c8b1b53d-f944-46e0-a11a-67cb302b3eb7" providerId="ADAL" clId="{50C9598A-6CB8-475B-A933-4ED679467152}" dt="2024-10-31T16:26:58.593" v="2350"/>
        <pc:sldMkLst>
          <pc:docMk/>
          <pc:sldMk cId="1480862157" sldId="340"/>
        </pc:sldMkLst>
      </pc:sldChg>
      <pc:sldChg chg="add del ord">
        <pc:chgData name="Rossier Marion" userId="c8b1b53d-f944-46e0-a11a-67cb302b3eb7" providerId="ADAL" clId="{50C9598A-6CB8-475B-A933-4ED679467152}" dt="2024-10-31T16:51:25.130" v="3107"/>
        <pc:sldMkLst>
          <pc:docMk/>
          <pc:sldMk cId="1077174016" sldId="341"/>
        </pc:sldMkLst>
      </pc:sldChg>
      <pc:sldChg chg="modSp add mod ord modCm">
        <pc:chgData name="Rossier Marion" userId="c8b1b53d-f944-46e0-a11a-67cb302b3eb7" providerId="ADAL" clId="{50C9598A-6CB8-475B-A933-4ED679467152}" dt="2024-10-31T17:04:58.267" v="3711" actId="20577"/>
        <pc:sldMkLst>
          <pc:docMk/>
          <pc:sldMk cId="2597641614" sldId="341"/>
        </pc:sldMkLst>
        <pc:spChg chg="mod">
          <ac:chgData name="Rossier Marion" userId="c8b1b53d-f944-46e0-a11a-67cb302b3eb7" providerId="ADAL" clId="{50C9598A-6CB8-475B-A933-4ED679467152}" dt="2024-10-31T16:51:39.529" v="3121" actId="20577"/>
          <ac:spMkLst>
            <pc:docMk/>
            <pc:sldMk cId="2597641614" sldId="341"/>
            <ac:spMk id="2" creationId="{CDD191AE-BA78-6F13-F889-827645D5517B}"/>
          </ac:spMkLst>
        </pc:spChg>
        <pc:spChg chg="mod">
          <ac:chgData name="Rossier Marion" userId="c8b1b53d-f944-46e0-a11a-67cb302b3eb7" providerId="ADAL" clId="{50C9598A-6CB8-475B-A933-4ED679467152}" dt="2024-10-31T17:04:58.267" v="3711" actId="20577"/>
          <ac:spMkLst>
            <pc:docMk/>
            <pc:sldMk cId="2597641614" sldId="341"/>
            <ac:spMk id="6" creationId="{367174BC-2CD5-1C55-A1F1-6FE324E804D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Rossier Marion" userId="c8b1b53d-f944-46e0-a11a-67cb302b3eb7" providerId="ADAL" clId="{50C9598A-6CB8-475B-A933-4ED679467152}" dt="2024-10-31T17:04:58.267" v="3711" actId="20577"/>
              <pc2:cmMkLst xmlns:pc2="http://schemas.microsoft.com/office/powerpoint/2019/9/main/command">
                <pc:docMk/>
                <pc:sldMk cId="2597641614" sldId="341"/>
                <pc2:cmMk id="{59B0C7FD-A625-45D5-858D-26B5972AA43E}"/>
              </pc2:cmMkLst>
            </pc226:cmChg>
          </p:ext>
        </pc:extLst>
      </pc:sldChg>
      <pc:sldMasterChg chg="modSp mod modSldLayout">
        <pc:chgData name="Rossier Marion" userId="c8b1b53d-f944-46e0-a11a-67cb302b3eb7" providerId="ADAL" clId="{50C9598A-6CB8-475B-A933-4ED679467152}" dt="2024-10-29T20:53:21.344" v="944" actId="114"/>
        <pc:sldMasterMkLst>
          <pc:docMk/>
          <pc:sldMasterMk cId="2747236366" sldId="2147483660"/>
        </pc:sldMasterMkLst>
        <pc:spChg chg="mod">
          <ac:chgData name="Rossier Marion" userId="c8b1b53d-f944-46e0-a11a-67cb302b3eb7" providerId="ADAL" clId="{50C9598A-6CB8-475B-A933-4ED679467152}" dt="2024-10-29T20:53:21.344" v="944" actId="114"/>
          <ac:spMkLst>
            <pc:docMk/>
            <pc:sldMasterMk cId="2747236366" sldId="2147483660"/>
            <ac:spMk id="3" creationId="{00000000-0000-0000-0000-000000000000}"/>
          </ac:spMkLst>
        </pc:spChg>
        <pc:sldLayoutChg chg="modSp mod">
          <pc:chgData name="Rossier Marion" userId="c8b1b53d-f944-46e0-a11a-67cb302b3eb7" providerId="ADAL" clId="{50C9598A-6CB8-475B-A933-4ED679467152}" dt="2024-10-29T20:06:42.154" v="184" actId="114"/>
          <pc:sldLayoutMkLst>
            <pc:docMk/>
            <pc:sldMasterMk cId="2747236366" sldId="2147483660"/>
            <pc:sldLayoutMk cId="3034279911" sldId="2147483662"/>
          </pc:sldLayoutMkLst>
          <pc:spChg chg="mod">
            <ac:chgData name="Rossier Marion" userId="c8b1b53d-f944-46e0-a11a-67cb302b3eb7" providerId="ADAL" clId="{50C9598A-6CB8-475B-A933-4ED679467152}" dt="2024-10-29T20:06:42.154" v="184" actId="114"/>
            <ac:spMkLst>
              <pc:docMk/>
              <pc:sldMasterMk cId="2747236366" sldId="2147483660"/>
              <pc:sldLayoutMk cId="3034279911" sldId="2147483662"/>
              <ac:spMk id="3" creationId="{00000000-0000-0000-0000-000000000000}"/>
            </ac:spMkLst>
          </pc:spChg>
        </pc:sldLayoutChg>
        <pc:sldLayoutChg chg="modSp mod">
          <pc:chgData name="Rossier Marion" userId="c8b1b53d-f944-46e0-a11a-67cb302b3eb7" providerId="ADAL" clId="{50C9598A-6CB8-475B-A933-4ED679467152}" dt="2024-10-29T20:49:50.817" v="917" actId="404"/>
          <pc:sldLayoutMkLst>
            <pc:docMk/>
            <pc:sldMasterMk cId="2747236366" sldId="2147483660"/>
            <pc:sldLayoutMk cId="2303308310" sldId="2147483663"/>
          </pc:sldLayoutMkLst>
          <pc:spChg chg="mod">
            <ac:chgData name="Rossier Marion" userId="c8b1b53d-f944-46e0-a11a-67cb302b3eb7" providerId="ADAL" clId="{50C9598A-6CB8-475B-A933-4ED679467152}" dt="2024-10-29T20:49:50.817" v="917" actId="404"/>
            <ac:spMkLst>
              <pc:docMk/>
              <pc:sldMasterMk cId="2747236366" sldId="2147483660"/>
              <pc:sldLayoutMk cId="2303308310" sldId="2147483663"/>
              <ac:spMk id="3" creationId="{00000000-0000-0000-0000-000000000000}"/>
            </ac:spMkLst>
          </pc:spChg>
        </pc:sldLayoutChg>
        <pc:sldLayoutChg chg="modSp mod">
          <pc:chgData name="Rossier Marion" userId="c8b1b53d-f944-46e0-a11a-67cb302b3eb7" providerId="ADAL" clId="{50C9598A-6CB8-475B-A933-4ED679467152}" dt="2024-10-29T20:09:49.006" v="241" actId="207"/>
          <pc:sldLayoutMkLst>
            <pc:docMk/>
            <pc:sldMasterMk cId="2747236366" sldId="2147483660"/>
            <pc:sldLayoutMk cId="2538122805" sldId="2147483664"/>
          </pc:sldLayoutMkLst>
          <pc:spChg chg="mod">
            <ac:chgData name="Rossier Marion" userId="c8b1b53d-f944-46e0-a11a-67cb302b3eb7" providerId="ADAL" clId="{50C9598A-6CB8-475B-A933-4ED679467152}" dt="2024-10-29T20:09:49.006" v="241" actId="207"/>
            <ac:spMkLst>
              <pc:docMk/>
              <pc:sldMasterMk cId="2747236366" sldId="2147483660"/>
              <pc:sldLayoutMk cId="2538122805" sldId="2147483664"/>
              <ac:spMk id="3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08:30.569" v="219" actId="114"/>
            <ac:spMkLst>
              <pc:docMk/>
              <pc:sldMasterMk cId="2747236366" sldId="2147483660"/>
              <pc:sldLayoutMk cId="2538122805" sldId="2147483664"/>
              <ac:spMk id="4" creationId="{00000000-0000-0000-0000-000000000000}"/>
            </ac:spMkLst>
          </pc:spChg>
        </pc:sldLayoutChg>
        <pc:sldLayoutChg chg="modSp mod">
          <pc:chgData name="Rossier Marion" userId="c8b1b53d-f944-46e0-a11a-67cb302b3eb7" providerId="ADAL" clId="{50C9598A-6CB8-475B-A933-4ED679467152}" dt="2024-10-29T20:13:13.449" v="293" actId="14100"/>
          <pc:sldLayoutMkLst>
            <pc:docMk/>
            <pc:sldMasterMk cId="2747236366" sldId="2147483660"/>
            <pc:sldLayoutMk cId="1131648784" sldId="2147483665"/>
          </pc:sldLayoutMkLst>
          <pc:spChg chg="mod">
            <ac:chgData name="Rossier Marion" userId="c8b1b53d-f944-46e0-a11a-67cb302b3eb7" providerId="ADAL" clId="{50C9598A-6CB8-475B-A933-4ED679467152}" dt="2024-10-29T20:12:58.698" v="290" actId="14100"/>
            <ac:spMkLst>
              <pc:docMk/>
              <pc:sldMasterMk cId="2747236366" sldId="2147483660"/>
              <pc:sldLayoutMk cId="1131648784" sldId="2147483665"/>
              <ac:spMk id="3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13:10.445" v="292" actId="14100"/>
            <ac:spMkLst>
              <pc:docMk/>
              <pc:sldMasterMk cId="2747236366" sldId="2147483660"/>
              <pc:sldLayoutMk cId="1131648784" sldId="2147483665"/>
              <ac:spMk id="4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13:07.123" v="291" actId="14100"/>
            <ac:spMkLst>
              <pc:docMk/>
              <pc:sldMasterMk cId="2747236366" sldId="2147483660"/>
              <pc:sldLayoutMk cId="1131648784" sldId="2147483665"/>
              <ac:spMk id="5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13:13.449" v="293" actId="14100"/>
            <ac:spMkLst>
              <pc:docMk/>
              <pc:sldMasterMk cId="2747236366" sldId="2147483660"/>
              <pc:sldLayoutMk cId="1131648784" sldId="2147483665"/>
              <ac:spMk id="6" creationId="{00000000-0000-0000-0000-000000000000}"/>
            </ac:spMkLst>
          </pc:spChg>
        </pc:sldLayoutChg>
        <pc:sldLayoutChg chg="modSp mod">
          <pc:chgData name="Rossier Marion" userId="c8b1b53d-f944-46e0-a11a-67cb302b3eb7" providerId="ADAL" clId="{50C9598A-6CB8-475B-A933-4ED679467152}" dt="2024-10-29T20:51:08.507" v="929" actId="114"/>
          <pc:sldLayoutMkLst>
            <pc:docMk/>
            <pc:sldMasterMk cId="2747236366" sldId="2147483660"/>
            <pc:sldLayoutMk cId="902023396" sldId="2147483668"/>
          </pc:sldLayoutMkLst>
          <pc:spChg chg="mod">
            <ac:chgData name="Rossier Marion" userId="c8b1b53d-f944-46e0-a11a-67cb302b3eb7" providerId="ADAL" clId="{50C9598A-6CB8-475B-A933-4ED679467152}" dt="2024-10-29T20:12:36.162" v="283" actId="207"/>
            <ac:spMkLst>
              <pc:docMk/>
              <pc:sldMasterMk cId="2747236366" sldId="2147483660"/>
              <pc:sldLayoutMk cId="902023396" sldId="2147483668"/>
              <ac:spMk id="3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51:08.507" v="929" actId="114"/>
            <ac:spMkLst>
              <pc:docMk/>
              <pc:sldMasterMk cId="2747236366" sldId="2147483660"/>
              <pc:sldLayoutMk cId="902023396" sldId="2147483668"/>
              <ac:spMk id="4" creationId="{00000000-0000-0000-0000-000000000000}"/>
            </ac:spMkLst>
          </pc:spChg>
        </pc:sldLayoutChg>
        <pc:sldLayoutChg chg="modSp mod">
          <pc:chgData name="Rossier Marion" userId="c8b1b53d-f944-46e0-a11a-67cb302b3eb7" providerId="ADAL" clId="{50C9598A-6CB8-475B-A933-4ED679467152}" dt="2024-10-29T20:52:32.579" v="936" actId="207"/>
          <pc:sldLayoutMkLst>
            <pc:docMk/>
            <pc:sldMasterMk cId="2747236366" sldId="2147483660"/>
            <pc:sldLayoutMk cId="1919524984" sldId="2147483669"/>
          </pc:sldLayoutMkLst>
          <pc:spChg chg="mod">
            <ac:chgData name="Rossier Marion" userId="c8b1b53d-f944-46e0-a11a-67cb302b3eb7" providerId="ADAL" clId="{50C9598A-6CB8-475B-A933-4ED679467152}" dt="2024-10-29T20:52:32.579" v="936" actId="207"/>
            <ac:spMkLst>
              <pc:docMk/>
              <pc:sldMasterMk cId="2747236366" sldId="2147483660"/>
              <pc:sldLayoutMk cId="1919524984" sldId="2147483669"/>
              <ac:spMk id="3" creationId="{00000000-0000-0000-0000-000000000000}"/>
            </ac:spMkLst>
          </pc:spChg>
          <pc:spChg chg="mod">
            <ac:chgData name="Rossier Marion" userId="c8b1b53d-f944-46e0-a11a-67cb302b3eb7" providerId="ADAL" clId="{50C9598A-6CB8-475B-A933-4ED679467152}" dt="2024-10-29T20:51:33.781" v="935" actId="114"/>
            <ac:spMkLst>
              <pc:docMk/>
              <pc:sldMasterMk cId="2747236366" sldId="2147483660"/>
              <pc:sldLayoutMk cId="1919524984" sldId="2147483669"/>
              <ac:spMk id="4" creationId="{00000000-0000-0000-0000-000000000000}"/>
            </ac:spMkLst>
          </pc:spChg>
        </pc:sldLayoutChg>
      </pc:sldMasterChg>
    </pc:docChg>
  </pc:docChgLst>
  <pc:docChgLst>
    <pc:chgData name="Rossier Marion" userId="c8b1b53d-f944-46e0-a11a-67cb302b3eb7" providerId="ADAL" clId="{B42CD683-CC1B-422A-AAD9-15EE1D40FE6B}"/>
    <pc:docChg chg="undo custSel addSld delSld modSld sldOrd">
      <pc:chgData name="Rossier Marion" userId="c8b1b53d-f944-46e0-a11a-67cb302b3eb7" providerId="ADAL" clId="{B42CD683-CC1B-422A-AAD9-15EE1D40FE6B}" dt="2024-10-29T19:55:26.372" v="1749" actId="20577"/>
      <pc:docMkLst>
        <pc:docMk/>
      </pc:docMkLst>
      <pc:sldChg chg="modSp mod">
        <pc:chgData name="Rossier Marion" userId="c8b1b53d-f944-46e0-a11a-67cb302b3eb7" providerId="ADAL" clId="{B42CD683-CC1B-422A-AAD9-15EE1D40FE6B}" dt="2024-10-29T19:38:43.548" v="1494" actId="313"/>
        <pc:sldMkLst>
          <pc:docMk/>
          <pc:sldMk cId="3878308125" sldId="308"/>
        </pc:sldMkLst>
        <pc:spChg chg="mod">
          <ac:chgData name="Rossier Marion" userId="c8b1b53d-f944-46e0-a11a-67cb302b3eb7" providerId="ADAL" clId="{B42CD683-CC1B-422A-AAD9-15EE1D40FE6B}" dt="2024-10-29T19:38:43.548" v="1494" actId="313"/>
          <ac:spMkLst>
            <pc:docMk/>
            <pc:sldMk cId="3878308125" sldId="308"/>
            <ac:spMk id="3" creationId="{DD365861-24DE-E706-CA52-5E0ACEC15673}"/>
          </ac:spMkLst>
        </pc:spChg>
      </pc:sldChg>
      <pc:sldChg chg="modSp mod">
        <pc:chgData name="Rossier Marion" userId="c8b1b53d-f944-46e0-a11a-67cb302b3eb7" providerId="ADAL" clId="{B42CD683-CC1B-422A-AAD9-15EE1D40FE6B}" dt="2024-10-27T19:00:25.821" v="163" actId="20577"/>
        <pc:sldMkLst>
          <pc:docMk/>
          <pc:sldMk cId="293402862" sldId="309"/>
        </pc:sldMkLst>
        <pc:spChg chg="mod">
          <ac:chgData name="Rossier Marion" userId="c8b1b53d-f944-46e0-a11a-67cb302b3eb7" providerId="ADAL" clId="{B42CD683-CC1B-422A-AAD9-15EE1D40FE6B}" dt="2024-10-27T18:42:15.130" v="135" actId="20577"/>
          <ac:spMkLst>
            <pc:docMk/>
            <pc:sldMk cId="293402862" sldId="309"/>
            <ac:spMk id="2" creationId="{9C88C7BC-14AB-5ACA-BA85-3CABA6EDEA66}"/>
          </ac:spMkLst>
        </pc:spChg>
        <pc:spChg chg="mod">
          <ac:chgData name="Rossier Marion" userId="c8b1b53d-f944-46e0-a11a-67cb302b3eb7" providerId="ADAL" clId="{B42CD683-CC1B-422A-AAD9-15EE1D40FE6B}" dt="2024-10-27T19:00:25.821" v="163" actId="20577"/>
          <ac:spMkLst>
            <pc:docMk/>
            <pc:sldMk cId="293402862" sldId="309"/>
            <ac:spMk id="3" creationId="{3014E76D-2FEF-981D-1DD0-9B2AAC221BA6}"/>
          </ac:spMkLst>
        </pc:spChg>
      </pc:sldChg>
      <pc:sldChg chg="modSp mod">
        <pc:chgData name="Rossier Marion" userId="c8b1b53d-f944-46e0-a11a-67cb302b3eb7" providerId="ADAL" clId="{B42CD683-CC1B-422A-AAD9-15EE1D40FE6B}" dt="2024-10-28T17:00:49.004" v="577" actId="20577"/>
        <pc:sldMkLst>
          <pc:docMk/>
          <pc:sldMk cId="2340120499" sldId="310"/>
        </pc:sldMkLst>
        <pc:spChg chg="mod">
          <ac:chgData name="Rossier Marion" userId="c8b1b53d-f944-46e0-a11a-67cb302b3eb7" providerId="ADAL" clId="{B42CD683-CC1B-422A-AAD9-15EE1D40FE6B}" dt="2024-10-28T17:00:49.004" v="577" actId="20577"/>
          <ac:spMkLst>
            <pc:docMk/>
            <pc:sldMk cId="2340120499" sldId="310"/>
            <ac:spMk id="4" creationId="{96EBF4C8-05FA-E250-F4E3-55911A172231}"/>
          </ac:spMkLst>
        </pc:spChg>
        <pc:spChg chg="mod">
          <ac:chgData name="Rossier Marion" userId="c8b1b53d-f944-46e0-a11a-67cb302b3eb7" providerId="ADAL" clId="{B42CD683-CC1B-422A-AAD9-15EE1D40FE6B}" dt="2024-10-28T16:59:12.016" v="572" actId="20577"/>
          <ac:spMkLst>
            <pc:docMk/>
            <pc:sldMk cId="2340120499" sldId="310"/>
            <ac:spMk id="15" creationId="{5A067AC3-BB3D-275B-A4ED-B99228298D5E}"/>
          </ac:spMkLst>
        </pc:spChg>
        <pc:picChg chg="mod">
          <ac:chgData name="Rossier Marion" userId="c8b1b53d-f944-46e0-a11a-67cb302b3eb7" providerId="ADAL" clId="{B42CD683-CC1B-422A-AAD9-15EE1D40FE6B}" dt="2024-10-27T19:30:52.560" v="226" actId="1076"/>
          <ac:picMkLst>
            <pc:docMk/>
            <pc:sldMk cId="2340120499" sldId="310"/>
            <ac:picMk id="9" creationId="{FF5E9FBB-773D-015B-FC71-F1758D968B71}"/>
          </ac:picMkLst>
        </pc:picChg>
      </pc:sldChg>
      <pc:sldChg chg="modSp mod">
        <pc:chgData name="Rossier Marion" userId="c8b1b53d-f944-46e0-a11a-67cb302b3eb7" providerId="ADAL" clId="{B42CD683-CC1B-422A-AAD9-15EE1D40FE6B}" dt="2024-10-28T18:28:17.889" v="1192" actId="20577"/>
        <pc:sldMkLst>
          <pc:docMk/>
          <pc:sldMk cId="2475159223" sldId="311"/>
        </pc:sldMkLst>
        <pc:spChg chg="mod">
          <ac:chgData name="Rossier Marion" userId="c8b1b53d-f944-46e0-a11a-67cb302b3eb7" providerId="ADAL" clId="{B42CD683-CC1B-422A-AAD9-15EE1D40FE6B}" dt="2024-10-28T18:28:17.889" v="1192" actId="20577"/>
          <ac:spMkLst>
            <pc:docMk/>
            <pc:sldMk cId="2475159223" sldId="311"/>
            <ac:spMk id="2" creationId="{67D50AE7-83C6-19BD-9854-A1435E9AA13E}"/>
          </ac:spMkLst>
        </pc:spChg>
        <pc:spChg chg="mod">
          <ac:chgData name="Rossier Marion" userId="c8b1b53d-f944-46e0-a11a-67cb302b3eb7" providerId="ADAL" clId="{B42CD683-CC1B-422A-AAD9-15EE1D40FE6B}" dt="2024-10-28T18:27:39.708" v="1152" actId="20577"/>
          <ac:spMkLst>
            <pc:docMk/>
            <pc:sldMk cId="2475159223" sldId="311"/>
            <ac:spMk id="3" creationId="{E7C8A20E-1B95-34A3-08EA-D8AD27090592}"/>
          </ac:spMkLst>
        </pc:spChg>
      </pc:sldChg>
      <pc:sldChg chg="modSp mod">
        <pc:chgData name="Rossier Marion" userId="c8b1b53d-f944-46e0-a11a-67cb302b3eb7" providerId="ADAL" clId="{B42CD683-CC1B-422A-AAD9-15EE1D40FE6B}" dt="2024-10-28T18:25:14.230" v="1137" actId="113"/>
        <pc:sldMkLst>
          <pc:docMk/>
          <pc:sldMk cId="3134494715" sldId="312"/>
        </pc:sldMkLst>
        <pc:spChg chg="mod">
          <ac:chgData name="Rossier Marion" userId="c8b1b53d-f944-46e0-a11a-67cb302b3eb7" providerId="ADAL" clId="{B42CD683-CC1B-422A-AAD9-15EE1D40FE6B}" dt="2024-10-28T18:25:14.230" v="1137" actId="113"/>
          <ac:spMkLst>
            <pc:docMk/>
            <pc:sldMk cId="3134494715" sldId="312"/>
            <ac:spMk id="3" creationId="{E8E03825-5A38-CAB4-5F17-371990C85644}"/>
          </ac:spMkLst>
        </pc:spChg>
      </pc:sldChg>
      <pc:sldChg chg="modSp mod">
        <pc:chgData name="Rossier Marion" userId="c8b1b53d-f944-46e0-a11a-67cb302b3eb7" providerId="ADAL" clId="{B42CD683-CC1B-422A-AAD9-15EE1D40FE6B}" dt="2024-10-28T18:16:40.228" v="1064" actId="20577"/>
        <pc:sldMkLst>
          <pc:docMk/>
          <pc:sldMk cId="2354250409" sldId="313"/>
        </pc:sldMkLst>
        <pc:spChg chg="mod">
          <ac:chgData name="Rossier Marion" userId="c8b1b53d-f944-46e0-a11a-67cb302b3eb7" providerId="ADAL" clId="{B42CD683-CC1B-422A-AAD9-15EE1D40FE6B}" dt="2024-10-28T18:16:40.228" v="1064" actId="20577"/>
          <ac:spMkLst>
            <pc:docMk/>
            <pc:sldMk cId="2354250409" sldId="313"/>
            <ac:spMk id="3" creationId="{FE92EC72-BA82-9624-A5E4-DCEEC2BAB9FA}"/>
          </ac:spMkLst>
        </pc:spChg>
      </pc:sldChg>
      <pc:sldChg chg="modSp mod">
        <pc:chgData name="Rossier Marion" userId="c8b1b53d-f944-46e0-a11a-67cb302b3eb7" providerId="ADAL" clId="{B42CD683-CC1B-422A-AAD9-15EE1D40FE6B}" dt="2024-10-28T18:19:29.752" v="1068" actId="113"/>
        <pc:sldMkLst>
          <pc:docMk/>
          <pc:sldMk cId="3650178290" sldId="314"/>
        </pc:sldMkLst>
        <pc:spChg chg="mod">
          <ac:chgData name="Rossier Marion" userId="c8b1b53d-f944-46e0-a11a-67cb302b3eb7" providerId="ADAL" clId="{B42CD683-CC1B-422A-AAD9-15EE1D40FE6B}" dt="2024-10-28T18:19:29.752" v="1068" actId="113"/>
          <ac:spMkLst>
            <pc:docMk/>
            <pc:sldMk cId="3650178290" sldId="314"/>
            <ac:spMk id="3" creationId="{4DD37A63-1229-9538-0B57-A356D93D9F65}"/>
          </ac:spMkLst>
        </pc:spChg>
      </pc:sldChg>
      <pc:sldChg chg="modSp mod">
        <pc:chgData name="Rossier Marion" userId="c8b1b53d-f944-46e0-a11a-67cb302b3eb7" providerId="ADAL" clId="{B42CD683-CC1B-422A-AAD9-15EE1D40FE6B}" dt="2024-10-28T18:21:30.362" v="1083" actId="113"/>
        <pc:sldMkLst>
          <pc:docMk/>
          <pc:sldMk cId="1958454111" sldId="315"/>
        </pc:sldMkLst>
        <pc:spChg chg="mod">
          <ac:chgData name="Rossier Marion" userId="c8b1b53d-f944-46e0-a11a-67cb302b3eb7" providerId="ADAL" clId="{B42CD683-CC1B-422A-AAD9-15EE1D40FE6B}" dt="2024-10-28T18:21:30.362" v="1083" actId="113"/>
          <ac:spMkLst>
            <pc:docMk/>
            <pc:sldMk cId="1958454111" sldId="315"/>
            <ac:spMk id="3" creationId="{3A57AD8E-1812-C617-6577-269B6F195434}"/>
          </ac:spMkLst>
        </pc:spChg>
      </pc:sldChg>
      <pc:sldChg chg="modSp mod">
        <pc:chgData name="Rossier Marion" userId="c8b1b53d-f944-46e0-a11a-67cb302b3eb7" providerId="ADAL" clId="{B42CD683-CC1B-422A-AAD9-15EE1D40FE6B}" dt="2024-10-27T19:41:40.030" v="242" actId="14100"/>
        <pc:sldMkLst>
          <pc:docMk/>
          <pc:sldMk cId="3644794768" sldId="316"/>
        </pc:sldMkLst>
        <pc:spChg chg="mod">
          <ac:chgData name="Rossier Marion" userId="c8b1b53d-f944-46e0-a11a-67cb302b3eb7" providerId="ADAL" clId="{B42CD683-CC1B-422A-AAD9-15EE1D40FE6B}" dt="2024-10-27T19:41:40.030" v="242" actId="14100"/>
          <ac:spMkLst>
            <pc:docMk/>
            <pc:sldMk cId="3644794768" sldId="316"/>
            <ac:spMk id="9" creationId="{348C3157-CAC5-EFB6-76DD-3DA3BC9A96FD}"/>
          </ac:spMkLst>
        </pc:spChg>
      </pc:sldChg>
      <pc:sldChg chg="modSp mod">
        <pc:chgData name="Rossier Marion" userId="c8b1b53d-f944-46e0-a11a-67cb302b3eb7" providerId="ADAL" clId="{B42CD683-CC1B-422A-AAD9-15EE1D40FE6B}" dt="2024-10-28T17:15:00.429" v="706" actId="113"/>
        <pc:sldMkLst>
          <pc:docMk/>
          <pc:sldMk cId="1666143818" sldId="317"/>
        </pc:sldMkLst>
        <pc:spChg chg="mod">
          <ac:chgData name="Rossier Marion" userId="c8b1b53d-f944-46e0-a11a-67cb302b3eb7" providerId="ADAL" clId="{B42CD683-CC1B-422A-AAD9-15EE1D40FE6B}" dt="2024-10-28T17:15:00.429" v="706" actId="113"/>
          <ac:spMkLst>
            <pc:docMk/>
            <pc:sldMk cId="1666143818" sldId="317"/>
            <ac:spMk id="9" creationId="{7AC4DDD3-35C4-FFA0-D9C2-300757C1FDB8}"/>
          </ac:spMkLst>
        </pc:spChg>
      </pc:sldChg>
      <pc:sldChg chg="modSp mod">
        <pc:chgData name="Rossier Marion" userId="c8b1b53d-f944-46e0-a11a-67cb302b3eb7" providerId="ADAL" clId="{B42CD683-CC1B-422A-AAD9-15EE1D40FE6B}" dt="2024-10-28T17:17:54.388" v="713" actId="113"/>
        <pc:sldMkLst>
          <pc:docMk/>
          <pc:sldMk cId="1106982801" sldId="318"/>
        </pc:sldMkLst>
        <pc:spChg chg="mod">
          <ac:chgData name="Rossier Marion" userId="c8b1b53d-f944-46e0-a11a-67cb302b3eb7" providerId="ADAL" clId="{B42CD683-CC1B-422A-AAD9-15EE1D40FE6B}" dt="2024-10-28T17:17:54.388" v="713" actId="113"/>
          <ac:spMkLst>
            <pc:docMk/>
            <pc:sldMk cId="1106982801" sldId="318"/>
            <ac:spMk id="9" creationId="{4C4CEF1B-E881-A5A2-F4EC-68B685732BC4}"/>
          </ac:spMkLst>
        </pc:spChg>
      </pc:sldChg>
      <pc:sldChg chg="modSp mod">
        <pc:chgData name="Rossier Marion" userId="c8b1b53d-f944-46e0-a11a-67cb302b3eb7" providerId="ADAL" clId="{B42CD683-CC1B-422A-AAD9-15EE1D40FE6B}" dt="2024-10-28T17:19:56.888" v="718" actId="113"/>
        <pc:sldMkLst>
          <pc:docMk/>
          <pc:sldMk cId="3886251754" sldId="319"/>
        </pc:sldMkLst>
        <pc:spChg chg="mod">
          <ac:chgData name="Rossier Marion" userId="c8b1b53d-f944-46e0-a11a-67cb302b3eb7" providerId="ADAL" clId="{B42CD683-CC1B-422A-AAD9-15EE1D40FE6B}" dt="2024-10-28T17:19:56.888" v="718" actId="113"/>
          <ac:spMkLst>
            <pc:docMk/>
            <pc:sldMk cId="3886251754" sldId="319"/>
            <ac:spMk id="9" creationId="{7AB47034-7C67-48AE-98CA-D6D194B8609E}"/>
          </ac:spMkLst>
        </pc:spChg>
      </pc:sldChg>
      <pc:sldChg chg="modSp mod">
        <pc:chgData name="Rossier Marion" userId="c8b1b53d-f944-46e0-a11a-67cb302b3eb7" providerId="ADAL" clId="{B42CD683-CC1B-422A-AAD9-15EE1D40FE6B}" dt="2024-10-28T17:21:24.158" v="721" actId="113"/>
        <pc:sldMkLst>
          <pc:docMk/>
          <pc:sldMk cId="1723681842" sldId="320"/>
        </pc:sldMkLst>
        <pc:spChg chg="mod">
          <ac:chgData name="Rossier Marion" userId="c8b1b53d-f944-46e0-a11a-67cb302b3eb7" providerId="ADAL" clId="{B42CD683-CC1B-422A-AAD9-15EE1D40FE6B}" dt="2024-10-28T17:21:24.158" v="721" actId="113"/>
          <ac:spMkLst>
            <pc:docMk/>
            <pc:sldMk cId="1723681842" sldId="320"/>
            <ac:spMk id="9" creationId="{10EC0466-CDBF-EAF4-4AD9-7EA9C9FCC5E8}"/>
          </ac:spMkLst>
        </pc:spChg>
      </pc:sldChg>
      <pc:sldChg chg="del">
        <pc:chgData name="Rossier Marion" userId="c8b1b53d-f944-46e0-a11a-67cb302b3eb7" providerId="ADAL" clId="{B42CD683-CC1B-422A-AAD9-15EE1D40FE6B}" dt="2024-10-28T16:51:54.933" v="566" actId="47"/>
        <pc:sldMkLst>
          <pc:docMk/>
          <pc:sldMk cId="2062287333" sldId="323"/>
        </pc:sldMkLst>
      </pc:sldChg>
      <pc:sldChg chg="modSp mod">
        <pc:chgData name="Rossier Marion" userId="c8b1b53d-f944-46e0-a11a-67cb302b3eb7" providerId="ADAL" clId="{B42CD683-CC1B-422A-AAD9-15EE1D40FE6B}" dt="2024-10-28T17:05:31.316" v="646" actId="14100"/>
        <pc:sldMkLst>
          <pc:docMk/>
          <pc:sldMk cId="2167543332" sldId="324"/>
        </pc:sldMkLst>
        <pc:spChg chg="mod">
          <ac:chgData name="Rossier Marion" userId="c8b1b53d-f944-46e0-a11a-67cb302b3eb7" providerId="ADAL" clId="{B42CD683-CC1B-422A-AAD9-15EE1D40FE6B}" dt="2024-10-28T17:05:31.316" v="646" actId="14100"/>
          <ac:spMkLst>
            <pc:docMk/>
            <pc:sldMk cId="2167543332" sldId="324"/>
            <ac:spMk id="7" creationId="{8C0E27B9-BFD4-64CB-58DB-79DE313E4AE8}"/>
          </ac:spMkLst>
        </pc:spChg>
      </pc:sldChg>
      <pc:sldChg chg="modSp mod">
        <pc:chgData name="Rossier Marion" userId="c8b1b53d-f944-46e0-a11a-67cb302b3eb7" providerId="ADAL" clId="{B42CD683-CC1B-422A-AAD9-15EE1D40FE6B}" dt="2024-10-29T19:29:24.067" v="1337" actId="20577"/>
        <pc:sldMkLst>
          <pc:docMk/>
          <pc:sldMk cId="2066724445" sldId="325"/>
        </pc:sldMkLst>
        <pc:spChg chg="mod">
          <ac:chgData name="Rossier Marion" userId="c8b1b53d-f944-46e0-a11a-67cb302b3eb7" providerId="ADAL" clId="{B42CD683-CC1B-422A-AAD9-15EE1D40FE6B}" dt="2024-10-29T19:29:24.067" v="1337" actId="20577"/>
          <ac:spMkLst>
            <pc:docMk/>
            <pc:sldMk cId="2066724445" sldId="325"/>
            <ac:spMk id="2" creationId="{9ED95017-84FB-5F82-FF65-014557B2062E}"/>
          </ac:spMkLst>
        </pc:spChg>
        <pc:spChg chg="mod">
          <ac:chgData name="Rossier Marion" userId="c8b1b53d-f944-46e0-a11a-67cb302b3eb7" providerId="ADAL" clId="{B42CD683-CC1B-422A-AAD9-15EE1D40FE6B}" dt="2024-10-28T17:12:31.885" v="697" actId="20577"/>
          <ac:spMkLst>
            <pc:docMk/>
            <pc:sldMk cId="2066724445" sldId="325"/>
            <ac:spMk id="7" creationId="{9CDB4891-38F2-F746-E5A7-D00E7CF7B034}"/>
          </ac:spMkLst>
        </pc:spChg>
      </pc:sldChg>
      <pc:sldChg chg="modSp mod">
        <pc:chgData name="Rossier Marion" userId="c8b1b53d-f944-46e0-a11a-67cb302b3eb7" providerId="ADAL" clId="{B42CD683-CC1B-422A-AAD9-15EE1D40FE6B}" dt="2024-10-28T17:49:02.162" v="889" actId="113"/>
        <pc:sldMkLst>
          <pc:docMk/>
          <pc:sldMk cId="1591517547" sldId="326"/>
        </pc:sldMkLst>
        <pc:spChg chg="mod">
          <ac:chgData name="Rossier Marion" userId="c8b1b53d-f944-46e0-a11a-67cb302b3eb7" providerId="ADAL" clId="{B42CD683-CC1B-422A-AAD9-15EE1D40FE6B}" dt="2024-10-28T17:49:02.162" v="889" actId="113"/>
          <ac:spMkLst>
            <pc:docMk/>
            <pc:sldMk cId="1591517547" sldId="326"/>
            <ac:spMk id="7" creationId="{792B2375-D6AC-6202-A1CE-E27E290F597F}"/>
          </ac:spMkLst>
        </pc:spChg>
      </pc:sldChg>
      <pc:sldChg chg="modSp mod">
        <pc:chgData name="Rossier Marion" userId="c8b1b53d-f944-46e0-a11a-67cb302b3eb7" providerId="ADAL" clId="{B42CD683-CC1B-422A-AAD9-15EE1D40FE6B}" dt="2024-10-28T18:01:39.277" v="969" actId="14100"/>
        <pc:sldMkLst>
          <pc:docMk/>
          <pc:sldMk cId="2117419906" sldId="327"/>
        </pc:sldMkLst>
        <pc:spChg chg="mod">
          <ac:chgData name="Rossier Marion" userId="c8b1b53d-f944-46e0-a11a-67cb302b3eb7" providerId="ADAL" clId="{B42CD683-CC1B-422A-AAD9-15EE1D40FE6B}" dt="2024-10-28T18:01:39.277" v="969" actId="14100"/>
          <ac:spMkLst>
            <pc:docMk/>
            <pc:sldMk cId="2117419906" sldId="327"/>
            <ac:spMk id="11" creationId="{3FFFDA90-B07B-387A-D626-B2A628C4E8FF}"/>
          </ac:spMkLst>
        </pc:spChg>
      </pc:sldChg>
      <pc:sldChg chg="modSp mod">
        <pc:chgData name="Rossier Marion" userId="c8b1b53d-f944-46e0-a11a-67cb302b3eb7" providerId="ADAL" clId="{B42CD683-CC1B-422A-AAD9-15EE1D40FE6B}" dt="2024-10-28T18:13:28.827" v="1057" actId="20577"/>
        <pc:sldMkLst>
          <pc:docMk/>
          <pc:sldMk cId="1659413772" sldId="328"/>
        </pc:sldMkLst>
        <pc:spChg chg="mod">
          <ac:chgData name="Rossier Marion" userId="c8b1b53d-f944-46e0-a11a-67cb302b3eb7" providerId="ADAL" clId="{B42CD683-CC1B-422A-AAD9-15EE1D40FE6B}" dt="2024-10-28T18:13:28.827" v="1057" actId="20577"/>
          <ac:spMkLst>
            <pc:docMk/>
            <pc:sldMk cId="1659413772" sldId="328"/>
            <ac:spMk id="10" creationId="{07A2EFA0-913F-0D51-9555-758AE467AA92}"/>
          </ac:spMkLst>
        </pc:spChg>
        <pc:spChg chg="mod">
          <ac:chgData name="Rossier Marion" userId="c8b1b53d-f944-46e0-a11a-67cb302b3eb7" providerId="ADAL" clId="{B42CD683-CC1B-422A-AAD9-15EE1D40FE6B}" dt="2024-10-28T18:11:44.036" v="1000" actId="255"/>
          <ac:spMkLst>
            <pc:docMk/>
            <pc:sldMk cId="1659413772" sldId="328"/>
            <ac:spMk id="11" creationId="{23EDDAF0-8356-A05F-A2C4-D62C8D9E3E8A}"/>
          </ac:spMkLst>
        </pc:spChg>
      </pc:sldChg>
      <pc:sldChg chg="modSp mod ord">
        <pc:chgData name="Rossier Marion" userId="c8b1b53d-f944-46e0-a11a-67cb302b3eb7" providerId="ADAL" clId="{B42CD683-CC1B-422A-AAD9-15EE1D40FE6B}" dt="2024-10-29T19:46:28.949" v="1534" actId="5793"/>
        <pc:sldMkLst>
          <pc:docMk/>
          <pc:sldMk cId="1683793572" sldId="330"/>
        </pc:sldMkLst>
        <pc:spChg chg="mod">
          <ac:chgData name="Rossier Marion" userId="c8b1b53d-f944-46e0-a11a-67cb302b3eb7" providerId="ADAL" clId="{B42CD683-CC1B-422A-AAD9-15EE1D40FE6B}" dt="2024-10-29T19:46:28.949" v="1534" actId="5793"/>
          <ac:spMkLst>
            <pc:docMk/>
            <pc:sldMk cId="1683793572" sldId="330"/>
            <ac:spMk id="3" creationId="{F81F4306-8D0E-145B-FF4B-BE2F02EF0B28}"/>
          </ac:spMkLst>
        </pc:spChg>
      </pc:sldChg>
      <pc:sldChg chg="modSp mod ord">
        <pc:chgData name="Rossier Marion" userId="c8b1b53d-f944-46e0-a11a-67cb302b3eb7" providerId="ADAL" clId="{B42CD683-CC1B-422A-AAD9-15EE1D40FE6B}" dt="2024-10-29T19:54:25.966" v="1734" actId="14100"/>
        <pc:sldMkLst>
          <pc:docMk/>
          <pc:sldMk cId="1562374286" sldId="331"/>
        </pc:sldMkLst>
        <pc:spChg chg="mod">
          <ac:chgData name="Rossier Marion" userId="c8b1b53d-f944-46e0-a11a-67cb302b3eb7" providerId="ADAL" clId="{B42CD683-CC1B-422A-AAD9-15EE1D40FE6B}" dt="2024-10-29T19:54:25.966" v="1734" actId="14100"/>
          <ac:spMkLst>
            <pc:docMk/>
            <pc:sldMk cId="1562374286" sldId="331"/>
            <ac:spMk id="3" creationId="{51CEF3F1-B7BC-EF7F-99CC-7B5FDEC9BEB4}"/>
          </ac:spMkLst>
        </pc:spChg>
      </pc:sldChg>
      <pc:sldChg chg="modSp add mod">
        <pc:chgData name="Rossier Marion" userId="c8b1b53d-f944-46e0-a11a-67cb302b3eb7" providerId="ADAL" clId="{B42CD683-CC1B-422A-AAD9-15EE1D40FE6B}" dt="2024-10-28T16:54:49.358" v="567" actId="108"/>
        <pc:sldMkLst>
          <pc:docMk/>
          <pc:sldMk cId="555073499" sldId="332"/>
        </pc:sldMkLst>
        <pc:spChg chg="mod">
          <ac:chgData name="Rossier Marion" userId="c8b1b53d-f944-46e0-a11a-67cb302b3eb7" providerId="ADAL" clId="{B42CD683-CC1B-422A-AAD9-15EE1D40FE6B}" dt="2024-10-27T18:42:19.440" v="137" actId="20577"/>
          <ac:spMkLst>
            <pc:docMk/>
            <pc:sldMk cId="555073499" sldId="332"/>
            <ac:spMk id="2" creationId="{F70EA9C7-848A-D263-BD3E-F724E54BB00B}"/>
          </ac:spMkLst>
        </pc:spChg>
        <pc:spChg chg="mod">
          <ac:chgData name="Rossier Marion" userId="c8b1b53d-f944-46e0-a11a-67cb302b3eb7" providerId="ADAL" clId="{B42CD683-CC1B-422A-AAD9-15EE1D40FE6B}" dt="2024-10-28T16:54:49.358" v="567" actId="108"/>
          <ac:spMkLst>
            <pc:docMk/>
            <pc:sldMk cId="555073499" sldId="332"/>
            <ac:spMk id="3" creationId="{2226A32C-7C28-7F5F-70B9-E3D96491569F}"/>
          </ac:spMkLst>
        </pc:spChg>
      </pc:sldChg>
      <pc:sldChg chg="modSp add del mod">
        <pc:chgData name="Rossier Marion" userId="c8b1b53d-f944-46e0-a11a-67cb302b3eb7" providerId="ADAL" clId="{B42CD683-CC1B-422A-AAD9-15EE1D40FE6B}" dt="2024-10-27T18:35:16.390" v="78" actId="47"/>
        <pc:sldMkLst>
          <pc:docMk/>
          <pc:sldMk cId="3592130139" sldId="332"/>
        </pc:sldMkLst>
        <pc:spChg chg="mod">
          <ac:chgData name="Rossier Marion" userId="c8b1b53d-f944-46e0-a11a-67cb302b3eb7" providerId="ADAL" clId="{B42CD683-CC1B-422A-AAD9-15EE1D40FE6B}" dt="2024-10-27T18:32:44.285" v="37" actId="20577"/>
          <ac:spMkLst>
            <pc:docMk/>
            <pc:sldMk cId="3592130139" sldId="332"/>
            <ac:spMk id="2" creationId="{4703E9C0-7A38-EC19-43F0-160126371437}"/>
          </ac:spMkLst>
        </pc:spChg>
        <pc:spChg chg="mod">
          <ac:chgData name="Rossier Marion" userId="c8b1b53d-f944-46e0-a11a-67cb302b3eb7" providerId="ADAL" clId="{B42CD683-CC1B-422A-AAD9-15EE1D40FE6B}" dt="2024-10-27T18:34:44.283" v="55" actId="21"/>
          <ac:spMkLst>
            <pc:docMk/>
            <pc:sldMk cId="3592130139" sldId="332"/>
            <ac:spMk id="3" creationId="{B264DF9F-81A2-B62A-90BA-46290B92F4B1}"/>
          </ac:spMkLst>
        </pc:spChg>
      </pc:sldChg>
      <pc:sldChg chg="addSp delSp modSp add mod">
        <pc:chgData name="Rossier Marion" userId="c8b1b53d-f944-46e0-a11a-67cb302b3eb7" providerId="ADAL" clId="{B42CD683-CC1B-422A-AAD9-15EE1D40FE6B}" dt="2024-10-29T19:28:54.811" v="1319" actId="27636"/>
        <pc:sldMkLst>
          <pc:docMk/>
          <pc:sldMk cId="614502841" sldId="333"/>
        </pc:sldMkLst>
        <pc:spChg chg="add del mod">
          <ac:chgData name="Rossier Marion" userId="c8b1b53d-f944-46e0-a11a-67cb302b3eb7" providerId="ADAL" clId="{B42CD683-CC1B-422A-AAD9-15EE1D40FE6B}" dt="2024-10-29T19:28:32.190" v="1313" actId="478"/>
          <ac:spMkLst>
            <pc:docMk/>
            <pc:sldMk cId="614502841" sldId="333"/>
            <ac:spMk id="2" creationId="{8CD5FEA9-074F-232B-8DD3-3F13C0E648BC}"/>
          </ac:spMkLst>
        </pc:spChg>
        <pc:spChg chg="mod">
          <ac:chgData name="Rossier Marion" userId="c8b1b53d-f944-46e0-a11a-67cb302b3eb7" providerId="ADAL" clId="{B42CD683-CC1B-422A-AAD9-15EE1D40FE6B}" dt="2024-10-28T18:37:51.842" v="1312" actId="20577"/>
          <ac:spMkLst>
            <pc:docMk/>
            <pc:sldMk cId="614502841" sldId="333"/>
            <ac:spMk id="4" creationId="{23CACA81-F6DA-DFB9-699F-FCA44176FD2D}"/>
          </ac:spMkLst>
        </pc:spChg>
        <pc:spChg chg="mod">
          <ac:chgData name="Rossier Marion" userId="c8b1b53d-f944-46e0-a11a-67cb302b3eb7" providerId="ADAL" clId="{B42CD683-CC1B-422A-AAD9-15EE1D40FE6B}" dt="2024-10-29T19:28:54.811" v="1319" actId="27636"/>
          <ac:spMkLst>
            <pc:docMk/>
            <pc:sldMk cId="614502841" sldId="333"/>
            <ac:spMk id="7" creationId="{4F2AC817-3B30-132F-FDA6-F4301ECCA6B4}"/>
          </ac:spMkLst>
        </pc:spChg>
        <pc:picChg chg="del">
          <ac:chgData name="Rossier Marion" userId="c8b1b53d-f944-46e0-a11a-67cb302b3eb7" providerId="ADAL" clId="{B42CD683-CC1B-422A-AAD9-15EE1D40FE6B}" dt="2024-10-28T17:53:23.077" v="908" actId="478"/>
          <ac:picMkLst>
            <pc:docMk/>
            <pc:sldMk cId="614502841" sldId="333"/>
            <ac:picMk id="3074" creationId="{9270ED38-828B-89BA-550E-27DD75361E1B}"/>
          </ac:picMkLst>
        </pc:picChg>
      </pc:sldChg>
      <pc:sldChg chg="modSp add mod">
        <pc:chgData name="Rossier Marion" userId="c8b1b53d-f944-46e0-a11a-67cb302b3eb7" providerId="ADAL" clId="{B42CD683-CC1B-422A-AAD9-15EE1D40FE6B}" dt="2024-10-28T18:13:18.674" v="1040" actId="20577"/>
        <pc:sldMkLst>
          <pc:docMk/>
          <pc:sldMk cId="3204947347" sldId="334"/>
        </pc:sldMkLst>
        <pc:spChg chg="mod">
          <ac:chgData name="Rossier Marion" userId="c8b1b53d-f944-46e0-a11a-67cb302b3eb7" providerId="ADAL" clId="{B42CD683-CC1B-422A-AAD9-15EE1D40FE6B}" dt="2024-10-28T18:13:18.674" v="1040" actId="20577"/>
          <ac:spMkLst>
            <pc:docMk/>
            <pc:sldMk cId="3204947347" sldId="334"/>
            <ac:spMk id="10" creationId="{B958836E-6A77-BD14-2530-9B6DE0764ADE}"/>
          </ac:spMkLst>
        </pc:spChg>
        <pc:spChg chg="mod">
          <ac:chgData name="Rossier Marion" userId="c8b1b53d-f944-46e0-a11a-67cb302b3eb7" providerId="ADAL" clId="{B42CD683-CC1B-422A-AAD9-15EE1D40FE6B}" dt="2024-10-28T18:13:08.606" v="1037" actId="20577"/>
          <ac:spMkLst>
            <pc:docMk/>
            <pc:sldMk cId="3204947347" sldId="334"/>
            <ac:spMk id="11" creationId="{194AD9C2-E153-3B22-1A74-92CE50B41FB1}"/>
          </ac:spMkLst>
        </pc:spChg>
      </pc:sldChg>
      <pc:sldChg chg="addSp modSp add mod">
        <pc:chgData name="Rossier Marion" userId="c8b1b53d-f944-46e0-a11a-67cb302b3eb7" providerId="ADAL" clId="{B42CD683-CC1B-422A-AAD9-15EE1D40FE6B}" dt="2024-10-28T18:36:12.021" v="1304" actId="1076"/>
        <pc:sldMkLst>
          <pc:docMk/>
          <pc:sldMk cId="2454922974" sldId="335"/>
        </pc:sldMkLst>
        <pc:spChg chg="mod">
          <ac:chgData name="Rossier Marion" userId="c8b1b53d-f944-46e0-a11a-67cb302b3eb7" providerId="ADAL" clId="{B42CD683-CC1B-422A-AAD9-15EE1D40FE6B}" dt="2024-10-28T18:36:04.020" v="1302" actId="20577"/>
          <ac:spMkLst>
            <pc:docMk/>
            <pc:sldMk cId="2454922974" sldId="335"/>
            <ac:spMk id="2" creationId="{94866317-F1C4-D058-00E9-E98945907271}"/>
          </ac:spMkLst>
        </pc:spChg>
        <pc:spChg chg="mod">
          <ac:chgData name="Rossier Marion" userId="c8b1b53d-f944-46e0-a11a-67cb302b3eb7" providerId="ADAL" clId="{B42CD683-CC1B-422A-AAD9-15EE1D40FE6B}" dt="2024-10-28T18:29:32.131" v="1205" actId="14100"/>
          <ac:spMkLst>
            <pc:docMk/>
            <pc:sldMk cId="2454922974" sldId="335"/>
            <ac:spMk id="3" creationId="{95CE8AB0-1BD4-C778-53EE-6062D7F8B771}"/>
          </ac:spMkLst>
        </pc:spChg>
        <pc:picChg chg="add mod ord">
          <ac:chgData name="Rossier Marion" userId="c8b1b53d-f944-46e0-a11a-67cb302b3eb7" providerId="ADAL" clId="{B42CD683-CC1B-422A-AAD9-15EE1D40FE6B}" dt="2024-10-28T18:36:12.021" v="1304" actId="1076"/>
          <ac:picMkLst>
            <pc:docMk/>
            <pc:sldMk cId="2454922974" sldId="335"/>
            <ac:picMk id="4" creationId="{F2D71A8D-3EA3-F93B-AD90-A64926A69C82}"/>
          </ac:picMkLst>
        </pc:picChg>
      </pc:sldChg>
      <pc:sldChg chg="addSp delSp modSp add mod">
        <pc:chgData name="Rossier Marion" userId="c8b1b53d-f944-46e0-a11a-67cb302b3eb7" providerId="ADAL" clId="{B42CD683-CC1B-422A-AAD9-15EE1D40FE6B}" dt="2024-10-29T19:38:50.740" v="1496" actId="20577"/>
        <pc:sldMkLst>
          <pc:docMk/>
          <pc:sldMk cId="407417237" sldId="336"/>
        </pc:sldMkLst>
        <pc:spChg chg="mod">
          <ac:chgData name="Rossier Marion" userId="c8b1b53d-f944-46e0-a11a-67cb302b3eb7" providerId="ADAL" clId="{B42CD683-CC1B-422A-AAD9-15EE1D40FE6B}" dt="2024-10-29T19:38:50.740" v="1496" actId="20577"/>
          <ac:spMkLst>
            <pc:docMk/>
            <pc:sldMk cId="407417237" sldId="336"/>
            <ac:spMk id="2" creationId="{10F56309-DCB5-5FA8-87E7-859B983FB070}"/>
          </ac:spMkLst>
        </pc:spChg>
        <pc:spChg chg="del mod">
          <ac:chgData name="Rossier Marion" userId="c8b1b53d-f944-46e0-a11a-67cb302b3eb7" providerId="ADAL" clId="{B42CD683-CC1B-422A-AAD9-15EE1D40FE6B}" dt="2024-10-28T18:31:27.529" v="1233" actId="478"/>
          <ac:spMkLst>
            <pc:docMk/>
            <pc:sldMk cId="407417237" sldId="336"/>
            <ac:spMk id="3" creationId="{0E939003-C7E7-5BB1-42DF-8878E4DB0CE3}"/>
          </ac:spMkLst>
        </pc:spChg>
        <pc:spChg chg="add mod">
          <ac:chgData name="Rossier Marion" userId="c8b1b53d-f944-46e0-a11a-67cb302b3eb7" providerId="ADAL" clId="{B42CD683-CC1B-422A-AAD9-15EE1D40FE6B}" dt="2024-10-28T18:37:04.969" v="1305" actId="108"/>
          <ac:spMkLst>
            <pc:docMk/>
            <pc:sldMk cId="407417237" sldId="336"/>
            <ac:spMk id="6" creationId="{B0AC8B33-995F-BAF8-36DF-EF875BEB5671}"/>
          </ac:spMkLst>
        </pc:spChg>
        <pc:picChg chg="del">
          <ac:chgData name="Rossier Marion" userId="c8b1b53d-f944-46e0-a11a-67cb302b3eb7" providerId="ADAL" clId="{B42CD683-CC1B-422A-AAD9-15EE1D40FE6B}" dt="2024-10-28T18:32:18.362" v="1271" actId="478"/>
          <ac:picMkLst>
            <pc:docMk/>
            <pc:sldMk cId="407417237" sldId="336"/>
            <ac:picMk id="4" creationId="{DADFC058-239A-462D-AC22-E92A71450FCC}"/>
          </ac:picMkLst>
        </pc:picChg>
        <pc:picChg chg="add mod ord">
          <ac:chgData name="Rossier Marion" userId="c8b1b53d-f944-46e0-a11a-67cb302b3eb7" providerId="ADAL" clId="{B42CD683-CC1B-422A-AAD9-15EE1D40FE6B}" dt="2024-10-28T18:32:44.704" v="1276" actId="167"/>
          <ac:picMkLst>
            <pc:docMk/>
            <pc:sldMk cId="407417237" sldId="336"/>
            <ac:picMk id="7" creationId="{9C31FD38-8DAE-2A4E-2BC7-0C19549CFEB7}"/>
          </ac:picMkLst>
        </pc:picChg>
      </pc:sldChg>
      <pc:sldChg chg="modSp mod">
        <pc:chgData name="Rossier Marion" userId="c8b1b53d-f944-46e0-a11a-67cb302b3eb7" providerId="ADAL" clId="{B42CD683-CC1B-422A-AAD9-15EE1D40FE6B}" dt="2024-10-29T19:55:26.372" v="1749" actId="20577"/>
        <pc:sldMkLst>
          <pc:docMk/>
          <pc:sldMk cId="2853621845" sldId="337"/>
        </pc:sldMkLst>
        <pc:spChg chg="mod">
          <ac:chgData name="Rossier Marion" userId="c8b1b53d-f944-46e0-a11a-67cb302b3eb7" providerId="ADAL" clId="{B42CD683-CC1B-422A-AAD9-15EE1D40FE6B}" dt="2024-10-29T19:55:26.372" v="1749" actId="20577"/>
          <ac:spMkLst>
            <pc:docMk/>
            <pc:sldMk cId="2853621845" sldId="337"/>
            <ac:spMk id="3" creationId="{51CEF3F1-B7BC-EF7F-99CC-7B5FDEC9BEB4}"/>
          </ac:spMkLst>
        </pc:spChg>
      </pc:sldChg>
      <pc:sldChg chg="modSp del mod">
        <pc:chgData name="Rossier Marion" userId="c8b1b53d-f944-46e0-a11a-67cb302b3eb7" providerId="ADAL" clId="{B42CD683-CC1B-422A-AAD9-15EE1D40FE6B}" dt="2024-10-29T19:31:54.866" v="1362" actId="47"/>
        <pc:sldMkLst>
          <pc:docMk/>
          <pc:sldMk cId="1184477204" sldId="338"/>
        </pc:sldMkLst>
        <pc:spChg chg="mod">
          <ac:chgData name="Rossier Marion" userId="c8b1b53d-f944-46e0-a11a-67cb302b3eb7" providerId="ADAL" clId="{B42CD683-CC1B-422A-AAD9-15EE1D40FE6B}" dt="2024-10-29T19:31:32.997" v="1354" actId="21"/>
          <ac:spMkLst>
            <pc:docMk/>
            <pc:sldMk cId="1184477204" sldId="338"/>
            <ac:spMk id="6" creationId="{B0AC8B33-995F-BAF8-36DF-EF875BEB5671}"/>
          </ac:spMkLst>
        </pc:spChg>
      </pc:sldChg>
      <pc:sldChg chg="delSp modSp add mod">
        <pc:chgData name="Rossier Marion" userId="c8b1b53d-f944-46e0-a11a-67cb302b3eb7" providerId="ADAL" clId="{B42CD683-CC1B-422A-AAD9-15EE1D40FE6B}" dt="2024-10-29T19:38:54.842" v="1498" actId="20577"/>
        <pc:sldMkLst>
          <pc:docMk/>
          <pc:sldMk cId="1633976521" sldId="339"/>
        </pc:sldMkLst>
        <pc:spChg chg="mod">
          <ac:chgData name="Rossier Marion" userId="c8b1b53d-f944-46e0-a11a-67cb302b3eb7" providerId="ADAL" clId="{B42CD683-CC1B-422A-AAD9-15EE1D40FE6B}" dt="2024-10-29T19:38:54.842" v="1498" actId="20577"/>
          <ac:spMkLst>
            <pc:docMk/>
            <pc:sldMk cId="1633976521" sldId="339"/>
            <ac:spMk id="2" creationId="{9CFD4823-3F98-63FE-1923-D51619ABCD88}"/>
          </ac:spMkLst>
        </pc:spChg>
        <pc:spChg chg="mod">
          <ac:chgData name="Rossier Marion" userId="c8b1b53d-f944-46e0-a11a-67cb302b3eb7" providerId="ADAL" clId="{B42CD683-CC1B-422A-AAD9-15EE1D40FE6B}" dt="2024-10-29T19:34:33.171" v="1413" actId="20577"/>
          <ac:spMkLst>
            <pc:docMk/>
            <pc:sldMk cId="1633976521" sldId="339"/>
            <ac:spMk id="6" creationId="{1FDBA098-709D-A7D3-40CF-B275A0DD2D4D}"/>
          </ac:spMkLst>
        </pc:spChg>
        <pc:picChg chg="del">
          <ac:chgData name="Rossier Marion" userId="c8b1b53d-f944-46e0-a11a-67cb302b3eb7" providerId="ADAL" clId="{B42CD683-CC1B-422A-AAD9-15EE1D40FE6B}" dt="2024-10-29T19:31:46.712" v="1359" actId="478"/>
          <ac:picMkLst>
            <pc:docMk/>
            <pc:sldMk cId="1633976521" sldId="339"/>
            <ac:picMk id="7" creationId="{6C835027-C8AA-62C8-A69C-4413291EF94E}"/>
          </ac:picMkLst>
        </pc:picChg>
      </pc:sldChg>
    </pc:docChg>
  </pc:docChgLst>
  <pc:docChgLst>
    <pc:chgData name="Rossier Marion" userId="S::marion.rossier@hes-so.ch::c8b1b53d-f944-46e0-a11a-67cb302b3eb7" providerId="AD" clId="Web-{40410932-8609-470B-8D52-EA3573B1B6FC}"/>
    <pc:docChg chg="addSld modSld">
      <pc:chgData name="Rossier Marion" userId="S::marion.rossier@hes-so.ch::c8b1b53d-f944-46e0-a11a-67cb302b3eb7" providerId="AD" clId="Web-{40410932-8609-470B-8D52-EA3573B1B6FC}" dt="2024-10-29T19:24:04.547" v="17" actId="20577"/>
      <pc:docMkLst>
        <pc:docMk/>
      </pc:docMkLst>
      <pc:sldChg chg="modSp">
        <pc:chgData name="Rossier Marion" userId="S::marion.rossier@hes-so.ch::c8b1b53d-f944-46e0-a11a-67cb302b3eb7" providerId="AD" clId="Web-{40410932-8609-470B-8D52-EA3573B1B6FC}" dt="2024-10-29T19:23:14.796" v="7" actId="20577"/>
        <pc:sldMkLst>
          <pc:docMk/>
          <pc:sldMk cId="3878308125" sldId="308"/>
        </pc:sldMkLst>
        <pc:spChg chg="mod">
          <ac:chgData name="Rossier Marion" userId="S::marion.rossier@hes-so.ch::c8b1b53d-f944-46e0-a11a-67cb302b3eb7" providerId="AD" clId="Web-{40410932-8609-470B-8D52-EA3573B1B6FC}" dt="2024-10-29T19:23:14.796" v="7" actId="20577"/>
          <ac:spMkLst>
            <pc:docMk/>
            <pc:sldMk cId="3878308125" sldId="308"/>
            <ac:spMk id="3" creationId="{DD365861-24DE-E706-CA52-5E0ACEC15673}"/>
          </ac:spMkLst>
        </pc:spChg>
      </pc:sldChg>
      <pc:sldChg chg="modSp">
        <pc:chgData name="Rossier Marion" userId="S::marion.rossier@hes-so.ch::c8b1b53d-f944-46e0-a11a-67cb302b3eb7" providerId="AD" clId="Web-{40410932-8609-470B-8D52-EA3573B1B6FC}" dt="2024-10-29T19:23:42.906" v="11" actId="20577"/>
        <pc:sldMkLst>
          <pc:docMk/>
          <pc:sldMk cId="1562374286" sldId="331"/>
        </pc:sldMkLst>
        <pc:spChg chg="mod">
          <ac:chgData name="Rossier Marion" userId="S::marion.rossier@hes-so.ch::c8b1b53d-f944-46e0-a11a-67cb302b3eb7" providerId="AD" clId="Web-{40410932-8609-470B-8D52-EA3573B1B6FC}" dt="2024-10-29T19:23:42.906" v="11" actId="20577"/>
          <ac:spMkLst>
            <pc:docMk/>
            <pc:sldMk cId="1562374286" sldId="331"/>
            <ac:spMk id="3" creationId="{51CEF3F1-B7BC-EF7F-99CC-7B5FDEC9BEB4}"/>
          </ac:spMkLst>
        </pc:spChg>
      </pc:sldChg>
      <pc:sldChg chg="modSp add replId">
        <pc:chgData name="Rossier Marion" userId="S::marion.rossier@hes-so.ch::c8b1b53d-f944-46e0-a11a-67cb302b3eb7" providerId="AD" clId="Web-{40410932-8609-470B-8D52-EA3573B1B6FC}" dt="2024-10-29T19:24:04.547" v="17" actId="20577"/>
        <pc:sldMkLst>
          <pc:docMk/>
          <pc:sldMk cId="2853621845" sldId="337"/>
        </pc:sldMkLst>
        <pc:spChg chg="mod">
          <ac:chgData name="Rossier Marion" userId="S::marion.rossier@hes-so.ch::c8b1b53d-f944-46e0-a11a-67cb302b3eb7" providerId="AD" clId="Web-{40410932-8609-470B-8D52-EA3573B1B6FC}" dt="2024-10-29T19:23:50.468" v="13" actId="20577"/>
          <ac:spMkLst>
            <pc:docMk/>
            <pc:sldMk cId="2853621845" sldId="337"/>
            <ac:spMk id="2" creationId="{A68105C1-FC60-F1CB-C881-2A07BA8A876D}"/>
          </ac:spMkLst>
        </pc:spChg>
        <pc:spChg chg="mod">
          <ac:chgData name="Rossier Marion" userId="S::marion.rossier@hes-so.ch::c8b1b53d-f944-46e0-a11a-67cb302b3eb7" providerId="AD" clId="Web-{40410932-8609-470B-8D52-EA3573B1B6FC}" dt="2024-10-29T19:24:04.547" v="17" actId="20577"/>
          <ac:spMkLst>
            <pc:docMk/>
            <pc:sldMk cId="2853621845" sldId="337"/>
            <ac:spMk id="3" creationId="{51CEF3F1-B7BC-EF7F-99CC-7B5FDEC9BEB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207DD-876B-114D-862D-B2D5AFA258DF}" type="datetimeFigureOut">
              <a:rPr lang="fr-FR" smtClean="0"/>
              <a:t>15/05/2026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2BDA-EB5E-8649-B691-BD9BD59A692A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41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Show GitHub </a:t>
            </a:r>
            <a:r>
              <a:rPr lang="de-CH" dirty="0" err="1"/>
              <a:t>repo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explain</a:t>
            </a:r>
            <a:r>
              <a:rPr lang="de-CH" dirty="0"/>
              <a:t> </a:t>
            </a:r>
            <a:r>
              <a:rPr lang="de-CH" dirty="0" err="1"/>
              <a:t>intended</a:t>
            </a:r>
            <a:r>
              <a:rPr lang="de-CH" dirty="0"/>
              <a:t> </a:t>
            </a:r>
            <a:r>
              <a:rPr lang="de-CH" dirty="0" err="1"/>
              <a:t>reading</a:t>
            </a:r>
            <a:r>
              <a:rPr lang="de-CH" dirty="0"/>
              <a:t> </a:t>
            </a:r>
            <a:r>
              <a:rPr lang="de-CH" dirty="0" err="1"/>
              <a:t>flow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67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are the realistic alternatives when building a frontend web application?</a:t>
            </a:r>
          </a:p>
          <a:p>
            <a:r>
              <a:rPr lang="en-GB" b="1" dirty="0"/>
              <a:t>JavaScript</a:t>
            </a:r>
            <a:r>
              <a:rPr lang="en-GB" dirty="0"/>
              <a:t>  The default - ubiquity, zero setup, maximum flexibility</a:t>
            </a:r>
          </a:p>
          <a:p>
            <a:r>
              <a:rPr lang="en-GB" b="1" dirty="0"/>
              <a:t>React + TypeScript</a:t>
            </a:r>
            <a:r>
              <a:rPr lang="en-GB" dirty="0"/>
              <a:t>  Dominant industry stack, large ecosystem, optional typing</a:t>
            </a:r>
          </a:p>
          <a:p>
            <a:r>
              <a:rPr lang="en-GB" b="1" dirty="0"/>
              <a:t>Vue + TypeScript</a:t>
            </a:r>
            <a:r>
              <a:rPr lang="en-GB" dirty="0"/>
              <a:t>  Gentler learning curve, strong conventions</a:t>
            </a:r>
          </a:p>
          <a:p>
            <a:r>
              <a:rPr lang="en-GB" b="1" dirty="0" err="1"/>
              <a:t>ReScript</a:t>
            </a:r>
            <a:r>
              <a:rPr lang="en-GB" b="1" dirty="0"/>
              <a:t> / </a:t>
            </a:r>
            <a:r>
              <a:rPr lang="en-GB" b="1" dirty="0" err="1"/>
              <a:t>PureScript</a:t>
            </a:r>
            <a:r>
              <a:rPr lang="en-GB" dirty="0"/>
              <a:t>  Functional alternatives that also compile to JavaScript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540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Explain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important</a:t>
            </a:r>
            <a:r>
              <a:rPr lang="de-CH" dirty="0"/>
              <a:t> </a:t>
            </a:r>
            <a:r>
              <a:rPr lang="de-CH" dirty="0" err="1"/>
              <a:t>factors</a:t>
            </a:r>
            <a:r>
              <a:rPr lang="de-CH" dirty="0"/>
              <a:t> (type-</a:t>
            </a:r>
            <a:r>
              <a:rPr lang="de-CH" dirty="0" err="1"/>
              <a:t>safety</a:t>
            </a:r>
            <a:r>
              <a:rPr lang="de-CH" dirty="0"/>
              <a:t>, </a:t>
            </a:r>
            <a:r>
              <a:rPr lang="de-CH" dirty="0" err="1"/>
              <a:t>runtime</a:t>
            </a:r>
            <a:r>
              <a:rPr lang="de-CH" dirty="0"/>
              <a:t> </a:t>
            </a:r>
            <a:r>
              <a:rPr lang="de-CH" dirty="0" err="1"/>
              <a:t>errors</a:t>
            </a:r>
            <a:r>
              <a:rPr lang="de-CH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273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Explain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admiration</a:t>
            </a:r>
            <a:r>
              <a:rPr lang="de-CH" dirty="0"/>
              <a:t> </a:t>
            </a:r>
            <a:r>
              <a:rPr lang="de-CH" dirty="0" err="1"/>
              <a:t>group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Stackoverflow</a:t>
            </a:r>
            <a:r>
              <a:rPr lang="de-CH" dirty="0"/>
              <a:t> </a:t>
            </a:r>
            <a:r>
              <a:rPr lang="de-CH" dirty="0" err="1"/>
              <a:t>survery</a:t>
            </a:r>
            <a:endParaRPr lang="de-CH" dirty="0"/>
          </a:p>
          <a:p>
            <a:r>
              <a:rPr lang="de-CH" dirty="0"/>
              <a:t>Very </a:t>
            </a:r>
            <a:r>
              <a:rPr lang="de-CH" dirty="0" err="1"/>
              <a:t>small</a:t>
            </a:r>
            <a:r>
              <a:rPr lang="de-CH" dirty="0"/>
              <a:t> </a:t>
            </a:r>
            <a:r>
              <a:rPr lang="de-CH" dirty="0" err="1"/>
              <a:t>community</a:t>
            </a:r>
            <a:r>
              <a:rPr lang="de-CH" dirty="0"/>
              <a:t> but supportive </a:t>
            </a:r>
            <a:r>
              <a:rPr lang="de-CH" dirty="0" err="1"/>
              <a:t>community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--&gt; </a:t>
            </a:r>
            <a:r>
              <a:rPr lang="de-CH" dirty="0" err="1">
                <a:sym typeface="Wingdings" panose="05000000000000000000" pitchFamily="2" charset="2"/>
              </a:rPr>
              <a:t>admiration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322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0" dirty="0" err="1"/>
              <a:t>one</a:t>
            </a:r>
            <a:r>
              <a:rPr lang="de-CH" b="0" dirty="0"/>
              <a:t> </a:t>
            </a:r>
            <a:r>
              <a:rPr lang="de-CH" b="0" dirty="0" err="1"/>
              <a:t>file</a:t>
            </a:r>
            <a:r>
              <a:rPr lang="de-CH" b="0" dirty="0"/>
              <a:t> = Ellie (simple </a:t>
            </a:r>
            <a:r>
              <a:rPr lang="de-CH" b="0" dirty="0" err="1"/>
              <a:t>examples</a:t>
            </a:r>
            <a:r>
              <a:rPr lang="de-CH" b="0" dirty="0"/>
              <a:t>)</a:t>
            </a:r>
          </a:p>
          <a:p>
            <a:r>
              <a:rPr lang="de-CH" b="0" dirty="0"/>
              <a:t>multiple </a:t>
            </a:r>
            <a:r>
              <a:rPr lang="de-CH" b="0" dirty="0" err="1"/>
              <a:t>files</a:t>
            </a:r>
            <a:r>
              <a:rPr lang="de-CH" b="0" dirty="0"/>
              <a:t> = </a:t>
            </a:r>
            <a:r>
              <a:rPr lang="de-CH" b="0" dirty="0" err="1"/>
              <a:t>elm</a:t>
            </a:r>
            <a:r>
              <a:rPr lang="de-CH" b="0" dirty="0"/>
              <a:t> </a:t>
            </a:r>
            <a:r>
              <a:rPr lang="de-CH" b="0" dirty="0" err="1"/>
              <a:t>make</a:t>
            </a:r>
            <a:r>
              <a:rPr lang="de-CH" b="0" dirty="0"/>
              <a:t> (</a:t>
            </a:r>
            <a:r>
              <a:rPr lang="de-CH" b="0" dirty="0" err="1"/>
              <a:t>complex</a:t>
            </a:r>
            <a:r>
              <a:rPr lang="de-CH" b="0" dirty="0"/>
              <a:t> prototype)</a:t>
            </a:r>
          </a:p>
          <a:p>
            <a:endParaRPr lang="de-CH" b="0" dirty="0"/>
          </a:p>
          <a:p>
            <a:r>
              <a:rPr lang="de-CH" b="0" dirty="0" err="1"/>
              <a:t>Example</a:t>
            </a:r>
            <a:r>
              <a:rPr lang="de-CH" b="0" dirty="0"/>
              <a:t> 04 </a:t>
            </a:r>
            <a:r>
              <a:rPr lang="de-CH" b="0" dirty="0" err="1"/>
              <a:t>with</a:t>
            </a:r>
            <a:r>
              <a:rPr lang="de-CH" b="0" dirty="0"/>
              <a:t> </a:t>
            </a:r>
            <a:r>
              <a:rPr lang="de-CH" b="0" dirty="0" err="1"/>
              <a:t>ports</a:t>
            </a:r>
            <a:r>
              <a:rPr lang="de-CH" b="0" dirty="0"/>
              <a:t> </a:t>
            </a:r>
            <a:r>
              <a:rPr lang="de-CH" b="0" dirty="0">
                <a:sym typeface="Wingdings" panose="05000000000000000000" pitchFamily="2" charset="2"/>
              </a:rPr>
              <a:t> not possible in Ellie online</a:t>
            </a:r>
            <a:endParaRPr lang="de-CH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17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Show GitHub README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example</a:t>
            </a:r>
            <a:endParaRPr lang="de-CH" dirty="0"/>
          </a:p>
          <a:p>
            <a:r>
              <a:rPr lang="de-CH" dirty="0"/>
              <a:t>Show </a:t>
            </a:r>
            <a:r>
              <a:rPr lang="de-CH" dirty="0" err="1"/>
              <a:t>application</a:t>
            </a:r>
            <a:r>
              <a:rPr lang="de-CH" dirty="0"/>
              <a:t> &amp; </a:t>
            </a:r>
            <a:r>
              <a:rPr lang="de-CH" dirty="0" err="1"/>
              <a:t>functionality</a:t>
            </a:r>
            <a:r>
              <a:rPr lang="de-CH" dirty="0"/>
              <a:t> (UI)</a:t>
            </a:r>
          </a:p>
          <a:p>
            <a:r>
              <a:rPr lang="de-CH" dirty="0"/>
              <a:t>Show code and </a:t>
            </a:r>
            <a:r>
              <a:rPr lang="de-CH" dirty="0" err="1"/>
              <a:t>explain</a:t>
            </a:r>
            <a:endParaRPr lang="de-CH" dirty="0"/>
          </a:p>
          <a:p>
            <a:r>
              <a:rPr lang="de-CH" dirty="0"/>
              <a:t>Change code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init</a:t>
            </a:r>
            <a:r>
              <a:rPr lang="de-CH" dirty="0"/>
              <a:t> at 10 and </a:t>
            </a:r>
            <a:r>
              <a:rPr lang="de-CH" dirty="0" err="1"/>
              <a:t>increase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10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>
                <a:sym typeface="Wingdings" panose="05000000000000000000" pitchFamily="2" charset="2"/>
              </a:rPr>
              <a:t>compile</a:t>
            </a:r>
            <a:endParaRPr lang="de-CH" dirty="0">
              <a:sym typeface="Wingdings" panose="05000000000000000000" pitchFamily="2" charset="2"/>
            </a:endParaRPr>
          </a:p>
          <a:p>
            <a:r>
              <a:rPr lang="de-CH" dirty="0">
                <a:sym typeface="Wingdings" panose="05000000000000000000" pitchFamily="2" charset="2"/>
              </a:rPr>
              <a:t>Change code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add</a:t>
            </a:r>
            <a:r>
              <a:rPr lang="de-CH" dirty="0">
                <a:sym typeface="Wingdings" panose="05000000000000000000" pitchFamily="2" charset="2"/>
              </a:rPr>
              <a:t> in a </a:t>
            </a:r>
            <a:r>
              <a:rPr lang="de-CH" dirty="0" err="1">
                <a:sym typeface="Wingdings" panose="05000000000000000000" pitchFamily="2" charset="2"/>
              </a:rPr>
              <a:t>Msg</a:t>
            </a:r>
            <a:r>
              <a:rPr lang="de-CH" dirty="0">
                <a:sym typeface="Wingdings" panose="05000000000000000000" pitchFamily="2" charset="2"/>
              </a:rPr>
              <a:t> «Delete»  </a:t>
            </a:r>
            <a:r>
              <a:rPr lang="de-CH" dirty="0" err="1">
                <a:sym typeface="Wingdings" panose="05000000000000000000" pitchFamily="2" charset="2"/>
              </a:rPr>
              <a:t>show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error</a:t>
            </a:r>
            <a:r>
              <a:rPr lang="de-CH" dirty="0">
                <a:sym typeface="Wingdings" panose="05000000000000000000" pitchFamily="2" charset="2"/>
              </a:rPr>
              <a:t> on </a:t>
            </a:r>
            <a:r>
              <a:rPr lang="de-CH" dirty="0" err="1">
                <a:sym typeface="Wingdings" panose="05000000000000000000" pitchFamily="2" charset="2"/>
              </a:rPr>
              <a:t>compilation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204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Show GitHub README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example</a:t>
            </a:r>
            <a:endParaRPr lang="de-CH" dirty="0"/>
          </a:p>
          <a:p>
            <a:r>
              <a:rPr lang="de-CH" dirty="0"/>
              <a:t>Show </a:t>
            </a:r>
            <a:r>
              <a:rPr lang="de-CH" dirty="0" err="1"/>
              <a:t>application</a:t>
            </a:r>
            <a:r>
              <a:rPr lang="de-CH" dirty="0"/>
              <a:t> &amp; </a:t>
            </a:r>
            <a:r>
              <a:rPr lang="de-CH" dirty="0" err="1"/>
              <a:t>functionality</a:t>
            </a:r>
            <a:r>
              <a:rPr lang="de-CH" dirty="0"/>
              <a:t> (UI)</a:t>
            </a:r>
          </a:p>
          <a:p>
            <a:r>
              <a:rPr lang="de-CH" dirty="0"/>
              <a:t>Show code and </a:t>
            </a:r>
            <a:r>
              <a:rPr lang="de-CH" dirty="0" err="1"/>
              <a:t>explain</a:t>
            </a:r>
            <a:endParaRPr lang="de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>
                <a:sym typeface="Wingdings" panose="05000000000000000000" pitchFamily="2" charset="2"/>
              </a:rPr>
              <a:t>Change code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init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traffic</a:t>
            </a:r>
            <a:r>
              <a:rPr lang="de-CH" dirty="0">
                <a:sym typeface="Wingdings" panose="05000000000000000000" pitchFamily="2" charset="2"/>
              </a:rPr>
              <a:t> light on Green  </a:t>
            </a:r>
            <a:r>
              <a:rPr lang="de-CH" dirty="0" err="1">
                <a:sym typeface="Wingdings" panose="05000000000000000000" pitchFamily="2" charset="2"/>
              </a:rPr>
              <a:t>compile</a:t>
            </a:r>
            <a:endParaRPr lang="de-CH" dirty="0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>
                <a:sym typeface="Wingdings" panose="05000000000000000000" pitchFamily="2" charset="2"/>
              </a:rPr>
              <a:t>Change </a:t>
            </a:r>
            <a:r>
              <a:rPr lang="de-CH" dirty="0" err="1">
                <a:sym typeface="Wingdings" panose="05000000000000000000" pitchFamily="2" charset="2"/>
              </a:rPr>
              <a:t>labels</a:t>
            </a:r>
            <a:r>
              <a:rPr lang="de-CH" dirty="0">
                <a:sym typeface="Wingdings" panose="05000000000000000000" pitchFamily="2" charset="2"/>
              </a:rPr>
              <a:t> 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display</a:t>
            </a:r>
            <a:r>
              <a:rPr lang="de-CH" dirty="0">
                <a:sym typeface="Wingdings" panose="05000000000000000000" pitchFamily="2" charset="2"/>
              </a:rPr>
              <a:t> a </a:t>
            </a:r>
            <a:r>
              <a:rPr lang="de-CH" dirty="0" err="1">
                <a:sym typeface="Wingdings" panose="05000000000000000000" pitchFamily="2" charset="2"/>
              </a:rPr>
              <a:t>new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text</a:t>
            </a:r>
            <a:r>
              <a:rPr lang="de-CH" dirty="0">
                <a:sym typeface="Wingdings" panose="05000000000000000000" pitchFamily="2" charset="2"/>
              </a:rPr>
              <a:t>  </a:t>
            </a:r>
            <a:r>
              <a:rPr lang="de-CH" dirty="0" err="1">
                <a:sym typeface="Wingdings" panose="05000000000000000000" pitchFamily="2" charset="2"/>
              </a:rPr>
              <a:t>compile</a:t>
            </a:r>
            <a:endParaRPr lang="de-CH" dirty="0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>
                <a:sym typeface="Wingdings" panose="05000000000000000000" pitchFamily="2" charset="2"/>
              </a:rPr>
              <a:t>Change code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add</a:t>
            </a:r>
            <a:r>
              <a:rPr lang="de-CH" dirty="0">
                <a:sym typeface="Wingdings" panose="05000000000000000000" pitchFamily="2" charset="2"/>
              </a:rPr>
              <a:t> in a «Orange» in «</a:t>
            </a:r>
            <a:r>
              <a:rPr lang="de-CH" dirty="0" err="1">
                <a:sym typeface="Wingdings" panose="05000000000000000000" pitchFamily="2" charset="2"/>
              </a:rPr>
              <a:t>TrafficLight</a:t>
            </a:r>
            <a:r>
              <a:rPr lang="de-CH" dirty="0">
                <a:sym typeface="Wingdings" panose="05000000000000000000" pitchFamily="2" charset="2"/>
              </a:rPr>
              <a:t>»  </a:t>
            </a:r>
            <a:r>
              <a:rPr lang="de-CH" dirty="0" err="1">
                <a:sym typeface="Wingdings" panose="05000000000000000000" pitchFamily="2" charset="2"/>
              </a:rPr>
              <a:t>show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error</a:t>
            </a:r>
            <a:r>
              <a:rPr lang="de-CH" dirty="0">
                <a:sym typeface="Wingdings" panose="05000000000000000000" pitchFamily="2" charset="2"/>
              </a:rPr>
              <a:t> on </a:t>
            </a:r>
            <a:r>
              <a:rPr lang="de-CH" dirty="0" err="1">
                <a:sym typeface="Wingdings" panose="05000000000000000000" pitchFamily="2" charset="2"/>
              </a:rPr>
              <a:t>compilation</a:t>
            </a:r>
            <a:endParaRPr lang="de-CH" dirty="0"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>
                <a:sym typeface="Wingdings" panose="05000000000000000000" pitchFamily="2" charset="2"/>
              </a:rPr>
              <a:t>Fix </a:t>
            </a:r>
            <a:r>
              <a:rPr lang="de-CH" dirty="0" err="1">
                <a:sym typeface="Wingdings" panose="05000000000000000000" pitchFamily="2" charset="2"/>
              </a:rPr>
              <a:t>it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by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correctly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implementing</a:t>
            </a:r>
            <a:r>
              <a:rPr lang="de-CH" dirty="0">
                <a:sym typeface="Wingdings" panose="05000000000000000000" pitchFamily="2" charset="2"/>
              </a:rPr>
              <a:t> Orange in </a:t>
            </a:r>
            <a:r>
              <a:rPr lang="de-CH" dirty="0" err="1">
                <a:sym typeface="Wingdings" panose="05000000000000000000" pitchFamily="2" charset="2"/>
              </a:rPr>
              <a:t>TrafficLight</a:t>
            </a:r>
            <a:r>
              <a:rPr lang="de-CH" dirty="0">
                <a:sym typeface="Wingdings" panose="05000000000000000000" pitchFamily="2" charset="2"/>
              </a:rPr>
              <a:t>, Update (Yellow -&gt; Orange, Orange -&gt; </a:t>
            </a:r>
            <a:r>
              <a:rPr lang="de-CH" dirty="0" err="1">
                <a:sym typeface="Wingdings" panose="05000000000000000000" pitchFamily="2" charset="2"/>
              </a:rPr>
              <a:t>Red</a:t>
            </a:r>
            <a:r>
              <a:rPr lang="de-CH" dirty="0">
                <a:sym typeface="Wingdings" panose="05000000000000000000" pitchFamily="2" charset="2"/>
              </a:rPr>
              <a:t>), </a:t>
            </a:r>
            <a:r>
              <a:rPr lang="de-CH" dirty="0" err="1">
                <a:sym typeface="Wingdings" panose="05000000000000000000" pitchFamily="2" charset="2"/>
              </a:rPr>
              <a:t>lightcolor</a:t>
            </a:r>
            <a:r>
              <a:rPr lang="de-CH" dirty="0">
                <a:sym typeface="Wingdings" panose="05000000000000000000" pitchFamily="2" charset="2"/>
              </a:rPr>
              <a:t> (#e67e22), </a:t>
            </a:r>
            <a:r>
              <a:rPr lang="de-CH" dirty="0" err="1">
                <a:sym typeface="Wingdings" panose="05000000000000000000" pitchFamily="2" charset="2"/>
              </a:rPr>
              <a:t>trafficlight</a:t>
            </a:r>
            <a:r>
              <a:rPr lang="de-CH" dirty="0">
                <a:sym typeface="Wingdings" panose="05000000000000000000" pitchFamily="2" charset="2"/>
              </a:rPr>
              <a:t> (</a:t>
            </a:r>
            <a:r>
              <a:rPr lang="en-US" dirty="0">
                <a:sym typeface="Wingdings" panose="05000000000000000000" pitchFamily="2" charset="2"/>
              </a:rPr>
              <a:t>Orange -&gt; "Orange - Prepare to Stop"</a:t>
            </a:r>
            <a:r>
              <a:rPr lang="de-CH" dirty="0">
                <a:sym typeface="Wingdings" panose="05000000000000000000" pitchFamily="2" charset="2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 err="1">
                <a:sym typeface="Wingdings" panose="05000000000000000000" pitchFamily="2" charset="2"/>
              </a:rPr>
              <a:t>compile</a:t>
            </a:r>
            <a:r>
              <a:rPr lang="de-CH" dirty="0">
                <a:sym typeface="Wingdings" panose="05000000000000000000" pitchFamily="2" charset="2"/>
              </a:rPr>
              <a:t> and </a:t>
            </a:r>
            <a:r>
              <a:rPr lang="de-CH" dirty="0" err="1">
                <a:sym typeface="Wingdings" panose="05000000000000000000" pitchFamily="2" charset="2"/>
              </a:rPr>
              <a:t>show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that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the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circle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is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missing</a:t>
            </a:r>
            <a:r>
              <a:rPr lang="de-CH" dirty="0">
                <a:sym typeface="Wingdings" panose="05000000000000000000" pitchFamily="2" charset="2"/>
              </a:rPr>
              <a:t> in </a:t>
            </a:r>
            <a:r>
              <a:rPr lang="de-CH" dirty="0" err="1">
                <a:sym typeface="Wingdings" panose="05000000000000000000" pitchFamily="2" charset="2"/>
              </a:rPr>
              <a:t>the</a:t>
            </a:r>
            <a:r>
              <a:rPr lang="de-CH" dirty="0">
                <a:sym typeface="Wingdings" panose="05000000000000000000" pitchFamily="2" charset="2"/>
              </a:rPr>
              <a:t> UI  </a:t>
            </a:r>
            <a:r>
              <a:rPr lang="de-CH" dirty="0" err="1">
                <a:sym typeface="Wingdings" panose="05000000000000000000" pitchFamily="2" charset="2"/>
              </a:rPr>
              <a:t>add</a:t>
            </a:r>
            <a:r>
              <a:rPr lang="de-CH" dirty="0">
                <a:sym typeface="Wingdings" panose="05000000000000000000" pitchFamily="2" charset="2"/>
              </a:rPr>
              <a:t> in </a:t>
            </a:r>
            <a:r>
              <a:rPr lang="de-CH" dirty="0" err="1">
                <a:sym typeface="Wingdings" panose="05000000000000000000" pitchFamily="2" charset="2"/>
              </a:rPr>
              <a:t>the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missing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circle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913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Explain</a:t>
            </a:r>
            <a:r>
              <a:rPr lang="de-CH" dirty="0"/>
              <a:t> </a:t>
            </a:r>
            <a:r>
              <a:rPr lang="de-CH" dirty="0" err="1"/>
              <a:t>simplifications</a:t>
            </a:r>
            <a:r>
              <a:rPr lang="de-CH" dirty="0"/>
              <a:t> (</a:t>
            </a:r>
            <a:r>
              <a:rPr lang="de-CH" dirty="0" err="1"/>
              <a:t>no</a:t>
            </a:r>
            <a:r>
              <a:rPr lang="de-CH" dirty="0"/>
              <a:t> backend,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persistence</a:t>
            </a:r>
            <a:r>
              <a:rPr lang="de-CH" dirty="0"/>
              <a:t>, </a:t>
            </a:r>
            <a:r>
              <a:rPr lang="de-CH" dirty="0" err="1"/>
              <a:t>timestamps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hardcoded</a:t>
            </a:r>
            <a:r>
              <a:rPr lang="de-CH" dirty="0"/>
              <a:t>, </a:t>
            </a:r>
            <a:r>
              <a:rPr lang="de-CH" dirty="0" err="1"/>
              <a:t>single</a:t>
            </a:r>
            <a:r>
              <a:rPr lang="de-CH" dirty="0"/>
              <a:t> </a:t>
            </a:r>
            <a:r>
              <a:rPr lang="de-CH" dirty="0" err="1"/>
              <a:t>page</a:t>
            </a:r>
            <a:r>
              <a:rPr lang="de-CH" dirty="0"/>
              <a:t> </a:t>
            </a:r>
            <a:r>
              <a:rPr lang="de-CH" dirty="0" err="1"/>
              <a:t>only</a:t>
            </a:r>
            <a:r>
              <a:rPr lang="de-CH" dirty="0"/>
              <a:t>)</a:t>
            </a:r>
          </a:p>
          <a:p>
            <a:endParaRPr lang="de-CH" dirty="0"/>
          </a:p>
          <a:p>
            <a:r>
              <a:rPr lang="de-CH" dirty="0"/>
              <a:t>Show </a:t>
            </a:r>
            <a:r>
              <a:rPr lang="de-CH" dirty="0" err="1"/>
              <a:t>the</a:t>
            </a:r>
            <a:r>
              <a:rPr lang="de-CH" dirty="0"/>
              <a:t> prototype </a:t>
            </a:r>
            <a:r>
              <a:rPr lang="de-CH" dirty="0" err="1"/>
              <a:t>functionalities</a:t>
            </a:r>
            <a:endParaRPr lang="de-CH" dirty="0"/>
          </a:p>
          <a:p>
            <a:r>
              <a:rPr lang="de-CH" dirty="0"/>
              <a:t>Ticket </a:t>
            </a:r>
            <a:r>
              <a:rPr lang="de-CH" dirty="0" err="1"/>
              <a:t>list</a:t>
            </a:r>
            <a:r>
              <a:rPr lang="de-CH" dirty="0"/>
              <a:t> &amp; </a:t>
            </a:r>
            <a:r>
              <a:rPr lang="de-CH" dirty="0" err="1"/>
              <a:t>navigation</a:t>
            </a:r>
            <a:r>
              <a:rPr lang="de-CH" dirty="0"/>
              <a:t> &gt; </a:t>
            </a:r>
            <a:r>
              <a:rPr lang="de-CH" dirty="0" err="1"/>
              <a:t>filtering</a:t>
            </a:r>
            <a:r>
              <a:rPr lang="de-CH" dirty="0"/>
              <a:t> &amp; </a:t>
            </a:r>
            <a:r>
              <a:rPr lang="de-CH" dirty="0" err="1"/>
              <a:t>search</a:t>
            </a:r>
            <a:r>
              <a:rPr lang="de-CH" dirty="0"/>
              <a:t> &gt; </a:t>
            </a:r>
            <a:r>
              <a:rPr lang="de-CH" dirty="0" err="1"/>
              <a:t>create</a:t>
            </a:r>
            <a:r>
              <a:rPr lang="de-CH" dirty="0"/>
              <a:t> ticket form &gt; ticket </a:t>
            </a:r>
            <a:r>
              <a:rPr lang="de-CH" dirty="0" err="1"/>
              <a:t>detail</a:t>
            </a:r>
            <a:r>
              <a:rPr lang="de-CH" dirty="0"/>
              <a:t> </a:t>
            </a:r>
            <a:r>
              <a:rPr lang="de-CH" dirty="0" err="1"/>
              <a:t>view</a:t>
            </a:r>
            <a:r>
              <a:rPr lang="de-CH" dirty="0"/>
              <a:t> &gt; due date and </a:t>
            </a:r>
            <a:r>
              <a:rPr lang="de-CH" dirty="0" err="1"/>
              <a:t>overdue</a:t>
            </a:r>
            <a:r>
              <a:rPr lang="de-CH" dirty="0"/>
              <a:t> </a:t>
            </a:r>
            <a:r>
              <a:rPr lang="de-CH" dirty="0" err="1"/>
              <a:t>badge</a:t>
            </a:r>
            <a:r>
              <a:rPr lang="de-CH" dirty="0"/>
              <a:t> &gt; </a:t>
            </a:r>
            <a:r>
              <a:rPr lang="de-CH" dirty="0" err="1"/>
              <a:t>comments</a:t>
            </a:r>
            <a:r>
              <a:rPr lang="de-CH" dirty="0"/>
              <a:t> &gt; </a:t>
            </a:r>
            <a:r>
              <a:rPr lang="de-CH" dirty="0" err="1"/>
              <a:t>status</a:t>
            </a:r>
            <a:r>
              <a:rPr lang="de-CH" dirty="0"/>
              <a:t> </a:t>
            </a:r>
            <a:r>
              <a:rPr lang="de-CH" dirty="0" err="1"/>
              <a:t>history</a:t>
            </a:r>
            <a:r>
              <a:rPr lang="de-CH" dirty="0"/>
              <a:t> </a:t>
            </a:r>
            <a:r>
              <a:rPr lang="de-CH" dirty="0" err="1"/>
              <a:t>timeline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530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Show </a:t>
            </a:r>
            <a:r>
              <a:rPr lang="de-CH" dirty="0" err="1"/>
              <a:t>test</a:t>
            </a:r>
            <a:r>
              <a:rPr lang="de-CH" dirty="0"/>
              <a:t> </a:t>
            </a:r>
            <a:r>
              <a:rPr lang="de-CH" dirty="0" err="1"/>
              <a:t>scenarios</a:t>
            </a:r>
            <a:r>
              <a:rPr lang="de-CH" dirty="0"/>
              <a:t> in GitHub </a:t>
            </a: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 err="1">
                <a:sym typeface="Wingdings" panose="05000000000000000000" pitchFamily="2" charset="2"/>
              </a:rPr>
              <a:t>tell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them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test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the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application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2BDA-EB5E-8649-B691-BD9BD59A692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80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0BBD70F-A84B-4B0F-8B1E-4A4A70A55E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212" y="69893"/>
            <a:ext cx="4432002" cy="29943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4249" y="3703291"/>
            <a:ext cx="2647751" cy="57201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1600" b="1" i="0" spc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5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40016"/>
            <a:ext cx="7982121" cy="71572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8640" y="1779588"/>
            <a:ext cx="7982121" cy="2916237"/>
          </a:xfrm>
        </p:spPr>
        <p:txBody>
          <a:bodyPr/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>
              <a:defRPr sz="110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7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35013"/>
            <a:ext cx="7961313" cy="72072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1501" y="1779587"/>
            <a:ext cx="7961312" cy="291623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 marL="342900" indent="0">
              <a:buFont typeface="Arial" panose="020B0604020202020204" pitchFamily="34" charset="0"/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 marL="685800" indent="0">
              <a:buFont typeface="Arial" panose="020B0604020202020204" pitchFamily="34" charset="0"/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 marL="1028700" indent="0">
              <a:buFont typeface="Arial" panose="020B0604020202020204" pitchFamily="34" charset="0"/>
              <a:buNone/>
              <a:defRPr sz="1100" b="0" i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 marL="1371600" indent="0">
              <a:buNone/>
              <a:defRPr sz="1100" b="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0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930" y="740016"/>
            <a:ext cx="7947831" cy="71572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11186" y="1779587"/>
            <a:ext cx="3903663" cy="2853135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>
              <a:defRPr sz="110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49" y="1779587"/>
            <a:ext cx="3903663" cy="2853136"/>
          </a:xfr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6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2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100" b="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1100" b="0" i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2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610" y="735012"/>
            <a:ext cx="7848203" cy="7207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4610" y="1779588"/>
            <a:ext cx="3887391" cy="658812"/>
          </a:xfrm>
        </p:spPr>
        <p:txBody>
          <a:bodyPr anchor="t">
            <a:noAutofit/>
          </a:bodyPr>
          <a:lstStyle>
            <a:lvl1pPr marL="0" indent="0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dirty="0"/>
              <a:t>Modifier les styles du texte du masque
Deuxième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4610" y="2571750"/>
            <a:ext cx="3903663" cy="2124075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>
              <a:defRPr sz="105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779588"/>
            <a:ext cx="3887391" cy="658812"/>
          </a:xfrm>
        </p:spPr>
        <p:txBody>
          <a:bodyPr anchor="t">
            <a:noAutofit/>
          </a:bodyPr>
          <a:lstStyle>
            <a:lvl1pPr marL="0" indent="0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dirty="0"/>
              <a:t>Modifier les styles du texte du masque
Deuxième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71750"/>
            <a:ext cx="3903663" cy="2124075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>
              <a:defRPr sz="105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4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40016"/>
            <a:ext cx="7959261" cy="71572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73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7" y="735013"/>
            <a:ext cx="7905353" cy="72072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47097" y="1779587"/>
            <a:ext cx="3785715" cy="291623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>
              <a:defRPr sz="110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1188" y="1779588"/>
            <a:ext cx="3790577" cy="29162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 marL="34290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 marL="6858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 marL="1028700" indent="0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 marL="1371600" indent="0">
              <a:buNone/>
              <a:defRPr sz="110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2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6" y="735013"/>
            <a:ext cx="7921627" cy="72072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1779588"/>
            <a:ext cx="3960814" cy="2916237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11186" y="1779588"/>
            <a:ext cx="3819763" cy="29162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1pPr>
            <a:lvl2pPr marL="34290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2pPr>
            <a:lvl3pPr marL="68580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3pPr>
            <a:lvl4pPr marL="1028700" indent="0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4pPr>
            <a:lvl5pPr marL="1371600" indent="0">
              <a:buNone/>
              <a:defRPr sz="1100" i="1">
                <a:solidFill>
                  <a:schemeClr val="tx1">
                    <a:lumMod val="75000"/>
                    <a:lumOff val="25000"/>
                  </a:schemeClr>
                </a:solidFill>
                <a:latin typeface="Helvetica Light" panose="020B0403020202020204"/>
              </a:defRPr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52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7FA8A0A-271E-B58B-71FC-48BBB958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34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0E9E38-DDEA-2948-A4D5-A621A0D68145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598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3963" y="1779588"/>
            <a:ext cx="7306798" cy="291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1DAB87DA-F33B-FF4C-AB3F-F86A0E1DBB40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789740" y="4866367"/>
            <a:ext cx="2255864" cy="95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marR="0" indent="0" algn="l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CH" sz="500" b="0" i="0" err="1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School</a:t>
            </a:r>
            <a:r>
              <a:rPr lang="fr-CH" sz="500" b="0" i="0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of Management </a:t>
            </a:r>
            <a:r>
              <a:rPr lang="de-CH" sz="500" b="0" i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|  </a:t>
            </a:r>
            <a:fld id="{442AD375-037F-43D0-B059-5172DA06796A}" type="slidenum">
              <a:rPr lang="de-CH" sz="500" b="0" i="0" smtClean="0">
                <a:solidFill>
                  <a:srgbClr val="B5AEA7"/>
                </a:solidFill>
                <a:latin typeface="Helvetica Light" panose="020B0403020202020204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pPr algn="r">
                <a:defRPr/>
              </a:pPr>
              <a:t>‹Nr.›</a:t>
            </a:fld>
            <a:endParaRPr lang="de-CH" sz="500" b="0" i="0">
              <a:solidFill>
                <a:srgbClr val="B5AEA7"/>
              </a:solidFill>
              <a:latin typeface="Helvetica Light" panose="020B0403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Espace réservé du titre 7">
            <a:extLst>
              <a:ext uri="{FF2B5EF4-FFF2-40B4-BE49-F238E27FC236}">
                <a16:creationId xmlns:a16="http://schemas.microsoft.com/office/drawing/2014/main" id="{D436AE0C-78A0-324F-82B6-B96A5B36F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2" y="735012"/>
            <a:ext cx="7308851" cy="7207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D223A8-E6CC-455D-AE27-C5AA09C2955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8045604" y="4872843"/>
            <a:ext cx="494218" cy="89403"/>
          </a:xfrm>
          <a:prstGeom prst="rect">
            <a:avLst/>
          </a:prstGeom>
        </p:spPr>
      </p:pic>
      <p:pic>
        <p:nvPicPr>
          <p:cNvPr id="7" name="Graphique 9">
            <a:extLst>
              <a:ext uri="{FF2B5EF4-FFF2-40B4-BE49-F238E27FC236}">
                <a16:creationId xmlns:a16="http://schemas.microsoft.com/office/drawing/2014/main" id="{626C0128-369B-8C41-99A1-30628AE4AD4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7455950" y="308984"/>
            <a:ext cx="1074811" cy="366512"/>
          </a:xfrm>
          <a:prstGeom prst="rect">
            <a:avLst/>
          </a:prstGeom>
        </p:spPr>
      </p:pic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85866240-8C6C-83D3-00D1-21461A511BF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604178" y="4872842"/>
            <a:ext cx="2631782" cy="111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marR="0" indent="0" algn="l" defTabSz="914400" rtl="0" eaLnBrk="1" fontAlgn="auto" latinLnBrk="0" hangingPunct="1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CH" sz="500" b="0" i="0" dirty="0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Bregy Noah, </a:t>
            </a:r>
            <a:r>
              <a:rPr lang="de-CH" sz="500" b="0" i="0" dirty="0" err="1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Donnet</a:t>
            </a:r>
            <a:r>
              <a:rPr lang="de-CH" sz="500" b="0" i="0" dirty="0">
                <a:solidFill>
                  <a:srgbClr val="B5AEA7"/>
                </a:solidFill>
                <a:latin typeface="Helvetica Light" panose="020B0403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-Money Mégane, Meichtry Micha - 63-51 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274723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3" r:id="rId10"/>
    <p:sldLayoutId id="2147483674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b="1" i="0" kern="1200" spc="-1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b="0" i="0" kern="1200">
          <a:solidFill>
            <a:schemeClr val="tx1">
              <a:lumMod val="75000"/>
              <a:lumOff val="25000"/>
            </a:schemeClr>
          </a:solidFill>
          <a:latin typeface="Helvetica Light" panose="020B0403020202020204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Helvetica Light" panose="020B0403020202020204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Helvetica Light" panose="020B0403020202020204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75000"/>
              <a:lumOff val="25000"/>
            </a:schemeClr>
          </a:solidFill>
          <a:latin typeface="Helvetica Light" panose="020B0403020202020204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i="1" kern="1200">
          <a:solidFill>
            <a:schemeClr val="tx1">
              <a:lumMod val="75000"/>
              <a:lumOff val="25000"/>
            </a:schemeClr>
          </a:solidFill>
          <a:latin typeface="Helvetica Light" panose="020B0403020202020204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75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385" userDrawn="1">
          <p15:clr>
            <a:srgbClr val="F26B43"/>
          </p15:clr>
        </p15:guide>
        <p15:guide id="4" pos="771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orient="horz" pos="2958" userDrawn="1">
          <p15:clr>
            <a:srgbClr val="F26B43"/>
          </p15:clr>
        </p15:guide>
        <p15:guide id="7" orient="horz" pos="1620" userDrawn="1">
          <p15:clr>
            <a:srgbClr val="F26B43"/>
          </p15:clr>
        </p15:guide>
        <p15:guide id="8" orient="horz" pos="463" userDrawn="1">
          <p15:clr>
            <a:srgbClr val="F26B43"/>
          </p15:clr>
        </p15:guide>
        <p15:guide id="9" orient="horz" pos="917" userDrawn="1">
          <p15:clr>
            <a:srgbClr val="F26B43"/>
          </p15:clr>
        </p15:guide>
        <p15:guide id="10" orient="horz" pos="11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hyperlink" Target="http://www.hevs.ch/h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AF7F3E7-DD1D-4761-AACD-04367B2430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" r="39984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149162F7-2C4D-D845-9262-D0022DD42E67}"/>
              </a:ext>
            </a:extLst>
          </p:cNvPr>
          <p:cNvSpPr txBox="1">
            <a:spLocks/>
          </p:cNvSpPr>
          <p:nvPr/>
        </p:nvSpPr>
        <p:spPr>
          <a:xfrm>
            <a:off x="5489426" y="2251214"/>
            <a:ext cx="3791734" cy="8224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 spc="-1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sz="2000" spc="-60" noProof="0" dirty="0"/>
              <a:t>Elm</a:t>
            </a:r>
          </a:p>
          <a:p>
            <a:endParaRPr lang="en-GB" sz="1200" spc="-60" noProof="0" dirty="0"/>
          </a:p>
          <a:p>
            <a:r>
              <a:rPr lang="en-GB" sz="1000" spc="-60" noProof="0" dirty="0"/>
              <a:t>Bregy Noah, </a:t>
            </a:r>
            <a:r>
              <a:rPr lang="en-GB" sz="1000" spc="-60" noProof="0" dirty="0" err="1"/>
              <a:t>Donnet</a:t>
            </a:r>
            <a:r>
              <a:rPr lang="en-GB" sz="1000" spc="-60" noProof="0" dirty="0"/>
              <a:t>-Money Mégane, Meichtry Micha</a:t>
            </a:r>
            <a:endParaRPr lang="en-GB" sz="2000" spc="-60" noProof="0" dirty="0"/>
          </a:p>
        </p:txBody>
      </p:sp>
      <p:sp>
        <p:nvSpPr>
          <p:cNvPr id="9" name="Titre 2">
            <a:extLst>
              <a:ext uri="{FF2B5EF4-FFF2-40B4-BE49-F238E27FC236}">
                <a16:creationId xmlns:a16="http://schemas.microsoft.com/office/drawing/2014/main" id="{2D1408CC-8E68-6249-BB54-22D297CA9067}"/>
              </a:ext>
            </a:extLst>
          </p:cNvPr>
          <p:cNvSpPr txBox="1">
            <a:spLocks/>
          </p:cNvSpPr>
          <p:nvPr/>
        </p:nvSpPr>
        <p:spPr>
          <a:xfrm>
            <a:off x="5489426" y="2037592"/>
            <a:ext cx="3419174" cy="2533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 spc="-1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sz="800" b="0" spc="3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63-51 Emerging Technologies</a:t>
            </a:r>
          </a:p>
        </p:txBody>
      </p:sp>
      <p:pic>
        <p:nvPicPr>
          <p:cNvPr id="3" name="Graphique 5">
            <a:extLst>
              <a:ext uri="{FF2B5EF4-FFF2-40B4-BE49-F238E27FC236}">
                <a16:creationId xmlns:a16="http://schemas.microsoft.com/office/drawing/2014/main" id="{BE638FD6-163E-4506-B88B-2A09A37D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2211" y="1356695"/>
            <a:ext cx="3643575" cy="192284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0793C4D-BB96-A181-9EF6-428E6862C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426" y="3279541"/>
            <a:ext cx="1197560" cy="11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8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4A924-B1C3-2044-340E-29DB8322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Table of Content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365861-24DE-E706-CA52-5E0ACEC15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462178"/>
            <a:ext cx="7982121" cy="29162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GitHub Structure &amp; Project Flow</a:t>
            </a:r>
          </a:p>
          <a:p>
            <a:r>
              <a:rPr lang="en-GB" dirty="0"/>
              <a:t>Part 1: What Is Elm and Why Does It Exist?</a:t>
            </a:r>
          </a:p>
          <a:p>
            <a:r>
              <a:rPr lang="en-GB" dirty="0"/>
              <a:t>Part 2: How Does Elm Compare?</a:t>
            </a:r>
          </a:p>
          <a:p>
            <a:r>
              <a:rPr lang="en-GB" dirty="0"/>
              <a:t>Part 3: Elm in Practice (Examples)</a:t>
            </a:r>
          </a:p>
          <a:p>
            <a:r>
              <a:rPr lang="en-GB" dirty="0"/>
              <a:t>Part 4: Prototype Demo</a:t>
            </a:r>
          </a:p>
          <a:p>
            <a:r>
              <a:rPr lang="en-GB" dirty="0"/>
              <a:t>Part 5: When Would You Actually Use Elm?</a:t>
            </a:r>
          </a:p>
        </p:txBody>
      </p:sp>
    </p:spTree>
    <p:extLst>
      <p:ext uri="{BB962C8B-B14F-4D97-AF65-F5344CB8AC3E}">
        <p14:creationId xmlns:p14="http://schemas.microsoft.com/office/powerpoint/2010/main" val="387830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98BB6-61EA-80C3-4449-01B2035D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GitHub </a:t>
            </a:r>
            <a:r>
              <a:rPr lang="de-CH" dirty="0" err="1"/>
              <a:t>Structure</a:t>
            </a:r>
            <a:r>
              <a:rPr lang="de-CH" dirty="0"/>
              <a:t> &amp; Project Flow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07D6A5-A442-15D9-B797-B99089A9C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CC6B818-37C0-9B48-722B-18F3A431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34" y="1392382"/>
            <a:ext cx="3155072" cy="340475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854D402-3E73-573F-10A4-0149A7131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96" y="2187296"/>
            <a:ext cx="3948901" cy="150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0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3E8A6E-F2FC-FA05-E626-87A947C7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32" y="2238232"/>
            <a:ext cx="7921336" cy="449551"/>
          </a:xfrm>
        </p:spPr>
        <p:txBody>
          <a:bodyPr/>
          <a:lstStyle/>
          <a:p>
            <a:pPr algn="ctr"/>
            <a:r>
              <a:rPr lang="de-CH" dirty="0"/>
              <a:t>Part 1: </a:t>
            </a:r>
            <a:r>
              <a:rPr lang="en-US" dirty="0"/>
              <a:t>What Is Elm and Why Does It Exist?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87950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690114-C5A6-6D4A-840E-B055EEB7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0B398F-0E37-83DA-3EB1-C5909FC6B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JavaScript not designed for large, complex frontend applications</a:t>
            </a:r>
          </a:p>
          <a:p>
            <a:r>
              <a:rPr lang="en-GB" dirty="0"/>
              <a:t>Runtime errors (only appear when code runs)</a:t>
            </a:r>
          </a:p>
          <a:p>
            <a:r>
              <a:rPr lang="en-GB" dirty="0"/>
              <a:t>Unpredictable state (mutable values and side effects)</a:t>
            </a:r>
          </a:p>
          <a:p>
            <a:r>
              <a:rPr lang="en-GB" dirty="0"/>
              <a:t>Ecosystem fragility requires stacking React + Redux + TypeScript + Babel …</a:t>
            </a:r>
          </a:p>
          <a:p>
            <a:r>
              <a:rPr lang="en-GB" dirty="0"/>
              <a:t>Example:</a:t>
            </a:r>
          </a:p>
        </p:txBody>
      </p:sp>
      <p:pic>
        <p:nvPicPr>
          <p:cNvPr id="4" name="Grafik 3" descr="JavaScript Runtime errors">
            <a:extLst>
              <a:ext uri="{FF2B5EF4-FFF2-40B4-BE49-F238E27FC236}">
                <a16:creationId xmlns:a16="http://schemas.microsoft.com/office/drawing/2014/main" id="{5273838C-17CA-7222-15BC-FC0AB2E2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39" y="3172741"/>
            <a:ext cx="2345332" cy="143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1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41C68-9C56-E261-9D38-F7A8C773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Elm </a:t>
            </a:r>
            <a:r>
              <a:rPr lang="de-CH" dirty="0" err="1"/>
              <a:t>is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B02186-3078-A86B-3988-901ABEB60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Functional programming language that compiles to JavaScript</a:t>
            </a:r>
          </a:p>
          <a:p>
            <a:r>
              <a:rPr lang="en-GB" dirty="0"/>
              <a:t>Designed exclusively for browser-based user interfaces</a:t>
            </a:r>
          </a:p>
          <a:p>
            <a:r>
              <a:rPr lang="en-GB" dirty="0"/>
              <a:t>Created by Evan Czaplicki as his Harvard thesis in 2012</a:t>
            </a:r>
          </a:p>
          <a:p>
            <a:r>
              <a:rPr lang="en-GB" dirty="0"/>
              <a:t>Reliability is built into the language, not added on top</a:t>
            </a:r>
          </a:p>
          <a:p>
            <a:r>
              <a:rPr lang="en-GB" dirty="0"/>
              <a:t>No runtime exceptions by design</a:t>
            </a:r>
          </a:p>
          <a:p>
            <a:pPr lvl="1"/>
            <a:r>
              <a:rPr lang="en-GB" dirty="0"/>
              <a:t>The compiler catches errors before the program runs</a:t>
            </a:r>
          </a:p>
        </p:txBody>
      </p:sp>
    </p:spTree>
    <p:extLst>
      <p:ext uri="{BB962C8B-B14F-4D97-AF65-F5344CB8AC3E}">
        <p14:creationId xmlns:p14="http://schemas.microsoft.com/office/powerpoint/2010/main" val="45920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942BA7-8F5D-0A1E-69CD-74B8C22A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Elm Architecture (TEA)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C42FD7-5BAB-B456-A1C1-B154BB4A8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mandatory pattern every Elm application is built on</a:t>
            </a:r>
          </a:p>
          <a:p>
            <a:pPr lvl="1"/>
            <a:r>
              <a:rPr lang="en-GB" b="1" dirty="0"/>
              <a:t>Model:</a:t>
            </a:r>
            <a:r>
              <a:rPr lang="en-GB" dirty="0"/>
              <a:t> The complete application state - one place, no hidden values</a:t>
            </a:r>
          </a:p>
          <a:p>
            <a:pPr lvl="1"/>
            <a:r>
              <a:rPr lang="en-GB" b="1" dirty="0" err="1"/>
              <a:t>Msg</a:t>
            </a:r>
            <a:r>
              <a:rPr lang="en-GB" b="1" dirty="0"/>
              <a:t>:</a:t>
            </a:r>
            <a:r>
              <a:rPr lang="en-GB" dirty="0"/>
              <a:t> Every possible user action declared as a custom type variant</a:t>
            </a:r>
          </a:p>
          <a:p>
            <a:pPr lvl="1"/>
            <a:r>
              <a:rPr lang="en-GB" b="1" dirty="0"/>
              <a:t>Update:</a:t>
            </a:r>
            <a:r>
              <a:rPr lang="en-GB" dirty="0"/>
              <a:t> Pure function: takes Model + Msg, returns a new Model</a:t>
            </a:r>
          </a:p>
          <a:p>
            <a:pPr lvl="1"/>
            <a:r>
              <a:rPr lang="en-GB" b="1" dirty="0"/>
              <a:t>View: </a:t>
            </a:r>
            <a:r>
              <a:rPr lang="en-GB" dirty="0"/>
              <a:t>Pure function of the Model - same input always produces same HTML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5FB361-05BA-D0E4-351E-04844416B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34" y="3233970"/>
            <a:ext cx="2923332" cy="13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0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BCD12-450B-E1F3-F9DF-E646C2A8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Key </a:t>
            </a:r>
            <a:r>
              <a:rPr lang="de-CH" dirty="0" err="1"/>
              <a:t>Guarantees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B15F40-F96E-4041-304A-66E1BB8A4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No null, no undefined, no exceptions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Absent values are expressed as Maybe, which the compiler forces you to handle</a:t>
            </a:r>
          </a:p>
          <a:p>
            <a:r>
              <a:rPr lang="en-GB" b="1" dirty="0"/>
              <a:t>Exhaustive pattern matching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Every case expression must handle all variants - missing branches are compile errors</a:t>
            </a:r>
          </a:p>
          <a:p>
            <a:r>
              <a:rPr lang="en-GB" b="1" dirty="0"/>
              <a:t>Immutability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Update always returns a new Model - the old one is never mutated</a:t>
            </a:r>
          </a:p>
          <a:p>
            <a:r>
              <a:rPr lang="en-GB" b="1" dirty="0"/>
              <a:t>Friendly compiler errors</a:t>
            </a:r>
            <a:r>
              <a:rPr lang="en-GB" dirty="0"/>
              <a:t>  </a:t>
            </a:r>
          </a:p>
          <a:p>
            <a:pPr lvl="1"/>
            <a:r>
              <a:rPr lang="en-GB" dirty="0"/>
              <a:t>The compiler names the missing variant and tells you what to do next</a:t>
            </a:r>
          </a:p>
        </p:txBody>
      </p:sp>
    </p:spTree>
    <p:extLst>
      <p:ext uri="{BB962C8B-B14F-4D97-AF65-F5344CB8AC3E}">
        <p14:creationId xmlns:p14="http://schemas.microsoft.com/office/powerpoint/2010/main" val="177558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Understanding the Elm type system | Adam Waselnuk">
            <a:extLst>
              <a:ext uri="{FF2B5EF4-FFF2-40B4-BE49-F238E27FC236}">
                <a16:creationId xmlns:a16="http://schemas.microsoft.com/office/drawing/2014/main" id="{7C320C9D-30A7-B848-85AF-305D0888E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51" y="1334368"/>
            <a:ext cx="4338124" cy="195215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21FCB48-7F93-058E-817F-EB80F10B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Friendly Compiler Messages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6176B8-3120-3A07-D79E-080F0B65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5E9AAA-B079-8865-E21B-8E53BDC1C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66364" y="3165154"/>
            <a:ext cx="4868232" cy="17362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annotation does not match function definition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Annotation: Int -&gt; String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Actual: String -&gt; String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Cause: Function treats input as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Fix: Change annotation to String -&gt; String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8134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4B26-E00D-D205-85DD-7DCD5A7A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674E8-5D21-36C7-9A01-C443EE4D5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32" y="2238232"/>
            <a:ext cx="7921336" cy="449551"/>
          </a:xfrm>
        </p:spPr>
        <p:txBody>
          <a:bodyPr/>
          <a:lstStyle/>
          <a:p>
            <a:pPr algn="ctr"/>
            <a:r>
              <a:rPr lang="de-CH" dirty="0"/>
              <a:t>Part 2: How Does Elm </a:t>
            </a:r>
            <a:r>
              <a:rPr lang="de-CH" dirty="0" err="1"/>
              <a:t>Compare</a:t>
            </a:r>
            <a:r>
              <a:rPr lang="de-C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6411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DDE5A0-2A28-15E7-5102-8DEFB907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Comparison</a:t>
            </a:r>
            <a:r>
              <a:rPr lang="de-CH" dirty="0"/>
              <a:t> Landscape</a:t>
            </a:r>
          </a:p>
        </p:txBody>
      </p:sp>
      <p:pic>
        <p:nvPicPr>
          <p:cNvPr id="5" name="Grafik 4" descr="File:Javascript badge.svg - Wikimedia Commons">
            <a:extLst>
              <a:ext uri="{FF2B5EF4-FFF2-40B4-BE49-F238E27FC236}">
                <a16:creationId xmlns:a16="http://schemas.microsoft.com/office/drawing/2014/main" id="{EDC89378-EF6F-988A-8A2E-EBA560DA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344"/>
          <a:stretch>
            <a:fillRect/>
          </a:stretch>
        </p:blipFill>
        <p:spPr>
          <a:xfrm>
            <a:off x="729489" y="1645489"/>
            <a:ext cx="1465031" cy="1312160"/>
          </a:xfrm>
          <a:prstGeom prst="rect">
            <a:avLst/>
          </a:prstGeom>
        </p:spPr>
      </p:pic>
      <p:pic>
        <p:nvPicPr>
          <p:cNvPr id="6" name="Grafik 5" descr="React original wordmark logo - free Icon PNG, SVG">
            <a:extLst>
              <a:ext uri="{FF2B5EF4-FFF2-40B4-BE49-F238E27FC236}">
                <a16:creationId xmlns:a16="http://schemas.microsoft.com/office/drawing/2014/main" id="{E12378A4-32BC-95B1-140B-47297A942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173" y="1643651"/>
            <a:ext cx="1211674" cy="1211674"/>
          </a:xfrm>
          <a:prstGeom prst="rect">
            <a:avLst/>
          </a:prstGeom>
        </p:spPr>
      </p:pic>
      <p:pic>
        <p:nvPicPr>
          <p:cNvPr id="7" name="Grafik 6" descr="Typescript plain logo - free Icon PNG, SVG">
            <a:extLst>
              <a:ext uri="{FF2B5EF4-FFF2-40B4-BE49-F238E27FC236}">
                <a16:creationId xmlns:a16="http://schemas.microsoft.com/office/drawing/2014/main" id="{25101AD0-0FDD-99B6-1390-2A579D53B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390" y="1541325"/>
            <a:ext cx="1416324" cy="1416324"/>
          </a:xfrm>
          <a:prstGeom prst="rect">
            <a:avLst/>
          </a:prstGeom>
        </p:spPr>
      </p:pic>
      <p:pic>
        <p:nvPicPr>
          <p:cNvPr id="8" name="Grafik 7" descr="File:Vue.js Logo 2.svg - Wikimedia Commons">
            <a:extLst>
              <a:ext uri="{FF2B5EF4-FFF2-40B4-BE49-F238E27FC236}">
                <a16:creationId xmlns:a16="http://schemas.microsoft.com/office/drawing/2014/main" id="{A0205CA1-C6FC-0683-0E14-427272F00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155" y="1643650"/>
            <a:ext cx="1398927" cy="1211675"/>
          </a:xfrm>
          <a:prstGeom prst="rect">
            <a:avLst/>
          </a:prstGeom>
        </p:spPr>
      </p:pic>
      <p:pic>
        <p:nvPicPr>
          <p:cNvPr id="17" name="Grafik 16" descr="Why ReScript Was a Better Fit Than TypeScript for Hyperswitch | Juspay  Hyperswitch">
            <a:extLst>
              <a:ext uri="{FF2B5EF4-FFF2-40B4-BE49-F238E27FC236}">
                <a16:creationId xmlns:a16="http://schemas.microsoft.com/office/drawing/2014/main" id="{1696A1C8-1794-7AAA-3941-0B623C3F02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626" t="13992" r="30763" b="13219"/>
          <a:stretch>
            <a:fillRect/>
          </a:stretch>
        </p:blipFill>
        <p:spPr>
          <a:xfrm>
            <a:off x="2360801" y="3320655"/>
            <a:ext cx="1280555" cy="1291052"/>
          </a:xfrm>
          <a:prstGeom prst="rect">
            <a:avLst/>
          </a:prstGeom>
        </p:spPr>
      </p:pic>
      <p:pic>
        <p:nvPicPr>
          <p:cNvPr id="18" name="Grafik 17" descr="Purescript logo - free Icon PNG, SVG">
            <a:extLst>
              <a:ext uri="{FF2B5EF4-FFF2-40B4-BE49-F238E27FC236}">
                <a16:creationId xmlns:a16="http://schemas.microsoft.com/office/drawing/2014/main" id="{6EDC40D2-3E7A-9633-79DC-868387FDB6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750" y="3419402"/>
            <a:ext cx="2187115" cy="10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7BB03E-9E60-2451-5003-1AC45574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Key Trade-off in </a:t>
            </a:r>
            <a:r>
              <a:rPr lang="de-CH" dirty="0" err="1"/>
              <a:t>One</a:t>
            </a:r>
            <a:r>
              <a:rPr lang="de-CH" dirty="0"/>
              <a:t> Table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D85A23-4535-5FE1-1165-BB2F9FAF4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6A29FD8-CF20-24D3-EF83-83F3D512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23" y="1455739"/>
            <a:ext cx="6834753" cy="315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1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4E5AEF-61A2-FE6E-2694-EA8E1E35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Admiration Gap (Stack Overflow 2024)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CC1F87-3DFE-68C8-7B4D-85F465382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45BD9C-CC27-641A-B9CD-0ED4D318A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174" y="1337076"/>
            <a:ext cx="4299963" cy="343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10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5D39-1CD5-DDCF-125D-F0D509E4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29B50-50B0-82C7-E91B-CA17D7B0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32" y="2238232"/>
            <a:ext cx="7921336" cy="449551"/>
          </a:xfrm>
        </p:spPr>
        <p:txBody>
          <a:bodyPr/>
          <a:lstStyle/>
          <a:p>
            <a:pPr algn="ctr"/>
            <a:r>
              <a:rPr lang="de-CH" dirty="0"/>
              <a:t>Part 3: Elm in Practice (</a:t>
            </a:r>
            <a:r>
              <a:rPr lang="de-CH" dirty="0" err="1"/>
              <a:t>Examples</a:t>
            </a:r>
            <a:r>
              <a:rPr lang="de-C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842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4FB3-24EB-9045-07E6-D345AC86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D063A-2CB6-E2FF-92D8-72B3382D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Elm Code</a:t>
            </a:r>
            <a:endParaRPr lang="de-CH" dirty="0"/>
          </a:p>
        </p:txBody>
      </p:sp>
      <p:pic>
        <p:nvPicPr>
          <p:cNvPr id="4" name="Grafik 3" descr="GitHub - ellie-app/ellie: The Elm Live Editor · GitHub">
            <a:extLst>
              <a:ext uri="{FF2B5EF4-FFF2-40B4-BE49-F238E27FC236}">
                <a16:creationId xmlns:a16="http://schemas.microsoft.com/office/drawing/2014/main" id="{E3D811C8-B98D-8E3A-D326-B3ABBDF1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9458"/>
            <a:ext cx="1309687" cy="130968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473FB04-252C-4BD0-2C47-2528D749E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964" y="1535693"/>
            <a:ext cx="1945766" cy="73721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F537D8E-EA9A-77A0-44BB-9F050E200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33" y="2667846"/>
            <a:ext cx="5250180" cy="135075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1B63375-90FD-9C89-7ABC-14BD20B0E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098448"/>
            <a:ext cx="2720340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1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B4FF3-AC2B-3A01-566B-F337F34C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1-5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1DA6C1-F9F6-0C97-6017-28FFEA053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 1: Counter - The Elm Architecture in under 50 lines</a:t>
            </a:r>
          </a:p>
          <a:p>
            <a:r>
              <a:rPr lang="en-GB" dirty="0"/>
              <a:t>Example 2: Traffic Light - Custom types and exhaustive pattern matching</a:t>
            </a:r>
          </a:p>
          <a:p>
            <a:r>
              <a:rPr lang="en-GB" dirty="0"/>
              <a:t>Example 3: Temperature Converter - Maybe type and input validation</a:t>
            </a:r>
          </a:p>
          <a:p>
            <a:r>
              <a:rPr lang="en-GB" dirty="0"/>
              <a:t>Example 4: Persistent Note - Ports and JavaScript interop (localStorage)</a:t>
            </a:r>
          </a:p>
          <a:p>
            <a:r>
              <a:rPr lang="en-GB" dirty="0"/>
              <a:t>Example 5: Weather App - HTTP requests and JSON decoding</a:t>
            </a:r>
          </a:p>
        </p:txBody>
      </p:sp>
    </p:spTree>
    <p:extLst>
      <p:ext uri="{BB962C8B-B14F-4D97-AF65-F5344CB8AC3E}">
        <p14:creationId xmlns:p14="http://schemas.microsoft.com/office/powerpoint/2010/main" val="482702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9540-A9CC-C724-E0A1-4B4E84B9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5668B7-AB5B-C151-3ED6-36682FE6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1: Counter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D13037-07B4-D269-CCEC-28EE050B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counter with three buttons: +, -, Reset</a:t>
            </a:r>
          </a:p>
          <a:p>
            <a:endParaRPr lang="en-GB" dirty="0"/>
          </a:p>
          <a:p>
            <a:r>
              <a:rPr lang="en-GB" dirty="0"/>
              <a:t>Model: A single Int - the entire application state</a:t>
            </a:r>
          </a:p>
          <a:p>
            <a:r>
              <a:rPr lang="en-GB" dirty="0" err="1"/>
              <a:t>Msg</a:t>
            </a:r>
            <a:r>
              <a:rPr lang="en-GB" dirty="0"/>
              <a:t>: Increment, Decrement, Reset</a:t>
            </a:r>
          </a:p>
          <a:p>
            <a:r>
              <a:rPr lang="en-GB" dirty="0"/>
              <a:t>Update: case msg of - each branch returns a new Int, nothing is mutated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889D10-AF5F-63D9-2028-4456CCAF4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090" y="1455739"/>
            <a:ext cx="1791723" cy="125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8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50E6-327B-4680-D1A6-CF79239C7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8B89C-83E6-0A38-FCD0-8D113E22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Example</a:t>
            </a:r>
            <a:r>
              <a:rPr lang="de-CH" dirty="0"/>
              <a:t> 2: Traffic Light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32D65C-8D1A-3AAC-EAC7-C56634600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traffic light cycling Red, Green, Yellow, Red</a:t>
            </a:r>
          </a:p>
          <a:p>
            <a:endParaRPr lang="en-GB" dirty="0"/>
          </a:p>
          <a:p>
            <a:r>
              <a:rPr lang="en-GB" dirty="0"/>
              <a:t>Custom type: </a:t>
            </a:r>
          </a:p>
          <a:p>
            <a:r>
              <a:rPr lang="en-GB" dirty="0"/>
              <a:t>	type TrafficLight = Red | Yellow | Green</a:t>
            </a:r>
          </a:p>
          <a:p>
            <a:r>
              <a:rPr lang="en-GB" dirty="0"/>
              <a:t>	invalid states are impossible</a:t>
            </a:r>
          </a:p>
          <a:p>
            <a:r>
              <a:rPr lang="en-GB" dirty="0"/>
              <a:t>Pattern matching:  </a:t>
            </a:r>
          </a:p>
          <a:p>
            <a:r>
              <a:rPr lang="en-GB" dirty="0"/>
              <a:t>	update, lightColor, and label </a:t>
            </a:r>
          </a:p>
          <a:p>
            <a:r>
              <a:rPr lang="en-GB" dirty="0"/>
              <a:t>	all case-match on every variant independently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43E769-6CBF-DF04-E9B7-573382C72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35881"/>
            <a:ext cx="989713" cy="253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18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EAE8-A500-63D9-87DB-324A7B45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18063-09C7-2D35-E248-42AF1DFD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32" y="2238232"/>
            <a:ext cx="7921336" cy="449551"/>
          </a:xfrm>
        </p:spPr>
        <p:txBody>
          <a:bodyPr/>
          <a:lstStyle/>
          <a:p>
            <a:pPr algn="ctr"/>
            <a:r>
              <a:rPr lang="de-CH" dirty="0"/>
              <a:t>Part 4: Prototype Demo</a:t>
            </a:r>
          </a:p>
        </p:txBody>
      </p:sp>
    </p:spTree>
    <p:extLst>
      <p:ext uri="{BB962C8B-B14F-4D97-AF65-F5344CB8AC3E}">
        <p14:creationId xmlns:p14="http://schemas.microsoft.com/office/powerpoint/2010/main" val="3387998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CF498-FD61-A993-F2E9-523161DB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Prototype Description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4D186-63CB-D932-A5A0-2C22633AC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IT Service Desk Ticket Management System</a:t>
            </a:r>
            <a:r>
              <a:rPr lang="en-GB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dirty="0"/>
              <a:t>Built entirely in Elm, runs in the browser with no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Why this domain?</a:t>
            </a:r>
            <a:r>
              <a:rPr lang="en-GB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dirty="0"/>
              <a:t>Tickets, statuses, filters, and forms map naturally onto TEA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Features</a:t>
            </a:r>
            <a:r>
              <a:rPr lang="en-GB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dirty="0"/>
              <a:t>Create tickets, filter by status, search by keyword, view details, post comments, track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Files</a:t>
            </a:r>
            <a:r>
              <a:rPr lang="en-GB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Main.elm</a:t>
            </a:r>
            <a:r>
              <a:rPr lang="en-GB" dirty="0"/>
              <a:t> / Types.elm / Model.elm / Msg.elm / Update.elm / View.elm</a:t>
            </a:r>
          </a:p>
        </p:txBody>
      </p:sp>
    </p:spTree>
    <p:extLst>
      <p:ext uri="{BB962C8B-B14F-4D97-AF65-F5344CB8AC3E}">
        <p14:creationId xmlns:p14="http://schemas.microsoft.com/office/powerpoint/2010/main" val="292606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C8FA3-CF99-1EA4-6DBB-068BDE41D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Prototype Demo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863ED4-F20B-0311-CE0F-C09B94B8E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504690-8F4A-72FB-EC69-C46874C2F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67" y="1307146"/>
            <a:ext cx="3203518" cy="291623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8A46E9F-09B8-60E8-74A9-FD8DC1811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3777641"/>
            <a:ext cx="6096000" cy="8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19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93273-ADD4-9EB6-D784-35DFE8E9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Prototype </a:t>
            </a:r>
            <a:r>
              <a:rPr lang="de-CH" dirty="0" err="1"/>
              <a:t>Demonstrates</a:t>
            </a:r>
            <a:r>
              <a:rPr lang="de-CH" dirty="0"/>
              <a:t> (Test Scenarios)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F9E839-013E-ACE6-ACDE-67D30D0F4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Status badges (Open / In Progress / Resolved / Closed)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Custom type - invalid states are structurally impossible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Due date badge turns red when overdue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Maybe String - absent due date cannot be accidentally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Form error appears and clears as you type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Maybe String in the model - Nothing renders nothing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History timeline grows with each status change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Immutable record update - old ticket replaced, never mutated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Filter counts and search update in real time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Pure List.filter on the model - no cached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All state survives navigation between views</a:t>
            </a:r>
            <a:r>
              <a:rPr lang="en-GB" sz="1400" dirty="0"/>
              <a:t> 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/>
              <a:t>Single Model - no component state, no sync needed</a:t>
            </a:r>
          </a:p>
        </p:txBody>
      </p:sp>
    </p:spTree>
    <p:extLst>
      <p:ext uri="{BB962C8B-B14F-4D97-AF65-F5344CB8AC3E}">
        <p14:creationId xmlns:p14="http://schemas.microsoft.com/office/powerpoint/2010/main" val="2849892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3A22-6575-5779-5E2D-9DC0AF38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A90818-CA3C-96BE-F506-12E959F7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32" y="2238232"/>
            <a:ext cx="7921336" cy="449551"/>
          </a:xfrm>
        </p:spPr>
        <p:txBody>
          <a:bodyPr/>
          <a:lstStyle/>
          <a:p>
            <a:pPr algn="ctr"/>
            <a:r>
              <a:rPr lang="de-CH" dirty="0"/>
              <a:t>Part 5: </a:t>
            </a:r>
            <a:r>
              <a:rPr lang="en-US" dirty="0"/>
              <a:t>When Would You Actually Use Elm?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4106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D158A-F075-E019-93FD-67D11B80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When</a:t>
            </a:r>
            <a:r>
              <a:rPr lang="de-CH" dirty="0"/>
              <a:t> Elm </a:t>
            </a:r>
            <a:r>
              <a:rPr lang="de-CH" dirty="0" err="1"/>
              <a:t>Is</a:t>
            </a:r>
            <a:r>
              <a:rPr lang="de-CH" dirty="0"/>
              <a:t> a </a:t>
            </a:r>
            <a:r>
              <a:rPr lang="de-CH" dirty="0" err="1"/>
              <a:t>Good</a:t>
            </a:r>
            <a:r>
              <a:rPr lang="de-CH" dirty="0"/>
              <a:t> Choice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7FE0D1-E8EF-97E3-8335-413411538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7659"/>
            <a:ext cx="7961313" cy="250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30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07676-15E8-6D1F-72A8-E1FF01BF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When</a:t>
            </a:r>
            <a:r>
              <a:rPr lang="de-CH" dirty="0"/>
              <a:t> Elm </a:t>
            </a:r>
            <a:r>
              <a:rPr lang="de-CH" dirty="0" err="1"/>
              <a:t>Is</a:t>
            </a:r>
            <a:r>
              <a:rPr lang="de-CH" dirty="0"/>
              <a:t> Not a </a:t>
            </a:r>
            <a:r>
              <a:rPr lang="de-CH" dirty="0" err="1"/>
              <a:t>Good</a:t>
            </a:r>
            <a:r>
              <a:rPr lang="de-CH" dirty="0"/>
              <a:t> Choice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03FBEE6-098F-1859-FB29-CE04A6D2C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" y="1554799"/>
            <a:ext cx="7961313" cy="26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36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du contenu 4">
            <a:extLst>
              <a:ext uri="{FF2B5EF4-FFF2-40B4-BE49-F238E27FC236}">
                <a16:creationId xmlns:a16="http://schemas.microsoft.com/office/drawing/2014/main" id="{B7F30F7C-5619-0F43-B04C-3E9C9462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509" y="2173802"/>
            <a:ext cx="1147678" cy="1454096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BA79F7D-933A-344F-AE71-8C2D3FA00DEC}"/>
              </a:ext>
            </a:extLst>
          </p:cNvPr>
          <p:cNvSpPr txBox="1">
            <a:spLocks/>
          </p:cNvSpPr>
          <p:nvPr/>
        </p:nvSpPr>
        <p:spPr>
          <a:xfrm>
            <a:off x="525602" y="3879037"/>
            <a:ext cx="2920983" cy="514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7C7772"/>
                </a:solidFill>
                <a:latin typeface="Helvetica Light" panose="020B0403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00"/>
              </a:lnSpc>
              <a:buNone/>
            </a:pPr>
            <a:r>
              <a:rPr lang="en-GB" sz="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Management</a:t>
            </a:r>
          </a:p>
          <a:p>
            <a:pPr marL="0" indent="0">
              <a:lnSpc>
                <a:spcPts val="500"/>
              </a:lnSpc>
              <a:buNone/>
            </a:pPr>
            <a:r>
              <a:rPr lang="en-GB" sz="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de la Plaine 2</a:t>
            </a:r>
          </a:p>
          <a:p>
            <a:pPr marL="0" indent="0">
              <a:lnSpc>
                <a:spcPts val="500"/>
              </a:lnSpc>
              <a:buNone/>
            </a:pPr>
            <a:r>
              <a:rPr lang="en-GB" sz="800" noProof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3960 </a:t>
            </a:r>
            <a:r>
              <a:rPr lang="en-GB" sz="800" noProof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Sierre</a:t>
            </a:r>
            <a:endParaRPr lang="en-GB" sz="800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re 13">
            <a:extLst>
              <a:ext uri="{FF2B5EF4-FFF2-40B4-BE49-F238E27FC236}">
                <a16:creationId xmlns:a16="http://schemas.microsoft.com/office/drawing/2014/main" id="{485461BF-8F8E-E14D-A09F-599973903CA5}"/>
              </a:ext>
            </a:extLst>
          </p:cNvPr>
          <p:cNvSpPr txBox="1">
            <a:spLocks/>
          </p:cNvSpPr>
          <p:nvPr/>
        </p:nvSpPr>
        <p:spPr>
          <a:xfrm>
            <a:off x="4612511" y="2255619"/>
            <a:ext cx="4000403" cy="4702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 spc="-1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sz="1800" b="0" spc="0" noProof="0" dirty="0">
                <a:solidFill>
                  <a:srgbClr val="000000"/>
                </a:solidFill>
              </a:rPr>
              <a:t>Thank you for your attention.</a:t>
            </a:r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391FF06A-E390-4647-B5AD-060EAEF49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1956" y="4393970"/>
            <a:ext cx="313399" cy="313399"/>
          </a:xfrm>
          <a:prstGeom prst="rect">
            <a:avLst/>
          </a:prstGeom>
        </p:spPr>
      </p:pic>
      <p:sp>
        <p:nvSpPr>
          <p:cNvPr id="14" name="Espace réservé du contenu 2">
            <a:hlinkClick r:id="rId4"/>
            <a:extLst>
              <a:ext uri="{FF2B5EF4-FFF2-40B4-BE49-F238E27FC236}">
                <a16:creationId xmlns:a16="http://schemas.microsoft.com/office/drawing/2014/main" id="{D62E9E53-09D5-7245-A8CF-07139721E227}"/>
              </a:ext>
            </a:extLst>
          </p:cNvPr>
          <p:cNvSpPr txBox="1">
            <a:spLocks/>
          </p:cNvSpPr>
          <p:nvPr/>
        </p:nvSpPr>
        <p:spPr>
          <a:xfrm>
            <a:off x="525602" y="4572130"/>
            <a:ext cx="1012785" cy="196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7C7772"/>
                </a:solidFill>
                <a:latin typeface="Helvetica Light" panose="020B0403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00"/>
              </a:lnSpc>
              <a:buNone/>
            </a:pPr>
            <a:r>
              <a:rPr lang="en-GB" sz="800" b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hevs.ch</a:t>
            </a:r>
            <a:r>
              <a:rPr lang="en-GB" sz="800" b="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en-GB" sz="800" b="1" noProof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heg</a:t>
            </a:r>
            <a:endParaRPr lang="en-GB" sz="800" b="1" noProof="0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9636B630-2E1B-E248-BBA5-CF03CBB4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4771" y="4560556"/>
            <a:ext cx="806030" cy="135240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5C897A6-A714-49EA-9606-07A4FF64B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663065" y="4528595"/>
            <a:ext cx="13462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710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hesso T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AB21D"/>
      </a:accent1>
      <a:accent2>
        <a:srgbClr val="2EA662"/>
      </a:accent2>
      <a:accent3>
        <a:srgbClr val="E1DE00"/>
      </a:accent3>
      <a:accent4>
        <a:srgbClr val="00A099"/>
      </a:accent4>
      <a:accent5>
        <a:srgbClr val="000000"/>
      </a:accent5>
      <a:accent6>
        <a:srgbClr val="000000"/>
      </a:accent6>
      <a:hlink>
        <a:srgbClr val="8AB21D"/>
      </a:hlink>
      <a:folHlink>
        <a:srgbClr val="B9B8B9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7b4eed-1249-4631-87d7-eacc05021884">
      <Terms xmlns="http://schemas.microsoft.com/office/infopath/2007/PartnerControls"/>
    </lcf76f155ced4ddcb4097134ff3c332f>
    <TaxCatchAll xmlns="22e697d0-b824-4c80-954c-a42c3b616b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7576F261620343BF81FC22813FCA64" ma:contentTypeVersion="11" ma:contentTypeDescription="Ein neues Dokument erstellen." ma:contentTypeScope="" ma:versionID="51c61dcd06abf3ec355bf4c57083ddad">
  <xsd:schema xmlns:xsd="http://www.w3.org/2001/XMLSchema" xmlns:xs="http://www.w3.org/2001/XMLSchema" xmlns:p="http://schemas.microsoft.com/office/2006/metadata/properties" xmlns:ns2="537b4eed-1249-4631-87d7-eacc05021884" xmlns:ns3="22e697d0-b824-4c80-954c-a42c3b616bf6" targetNamespace="http://schemas.microsoft.com/office/2006/metadata/properties" ma:root="true" ma:fieldsID="46f0c8752c62eebcba48676701d2e80a" ns2:_="" ns3:_="">
    <xsd:import namespace="537b4eed-1249-4631-87d7-eacc05021884"/>
    <xsd:import namespace="22e697d0-b824-4c80-954c-a42c3b616b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b4eed-1249-4631-87d7-eacc050218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697d0-b824-4c80-954c-a42c3b616b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ffb58b9-27bd-4053-b7f4-21d8381b63cd}" ma:internalName="TaxCatchAll" ma:showField="CatchAllData" ma:web="22e697d0-b824-4c80-954c-a42c3b616b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2898ED-DB65-4DC3-92DA-A4A54A11B8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7CCB8D-49F4-4F46-A0F7-D183D67C8B19}">
  <ds:schemaRefs>
    <ds:schemaRef ds:uri="http://schemas.microsoft.com/office/2006/metadata/properties"/>
    <ds:schemaRef ds:uri="537b4eed-1249-4631-87d7-eacc0502188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22e697d0-b824-4c80-954c-a42c3b616bf6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4E91AB2-E9A0-4839-9568-F271ACC12C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7b4eed-1249-4631-87d7-eacc05021884"/>
    <ds:schemaRef ds:uri="22e697d0-b824-4c80-954c-a42c3b616b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1123</Words>
  <Application>Microsoft Office PowerPoint</Application>
  <PresentationFormat>Bildschirmpräsentation (16:9)</PresentationFormat>
  <Paragraphs>146</Paragraphs>
  <Slides>26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3" baseType="lpstr">
      <vt:lpstr>Arial</vt:lpstr>
      <vt:lpstr>Calibri</vt:lpstr>
      <vt:lpstr>Helvetica</vt:lpstr>
      <vt:lpstr>Helvetica Light</vt:lpstr>
      <vt:lpstr>Verdana</vt:lpstr>
      <vt:lpstr>Wingdings</vt:lpstr>
      <vt:lpstr>Thème Office</vt:lpstr>
      <vt:lpstr>PowerPoint-Präsentation</vt:lpstr>
      <vt:lpstr>Table of Content</vt:lpstr>
      <vt:lpstr>GitHub Structure &amp; Project Flow</vt:lpstr>
      <vt:lpstr>Part 1: What Is Elm and Why Does It Exist?</vt:lpstr>
      <vt:lpstr>The Problem</vt:lpstr>
      <vt:lpstr>What Elm is</vt:lpstr>
      <vt:lpstr>The Elm Architecture (TEA)</vt:lpstr>
      <vt:lpstr>The Key Guarantees</vt:lpstr>
      <vt:lpstr>Friendly Compiler Messages</vt:lpstr>
      <vt:lpstr>Part 2: How Does Elm Compare?</vt:lpstr>
      <vt:lpstr>The Comparison Landscape</vt:lpstr>
      <vt:lpstr>The Key Trade-off in One Table</vt:lpstr>
      <vt:lpstr>The Admiration Gap (Stack Overflow 2024)</vt:lpstr>
      <vt:lpstr>Part 3: Elm in Practice (Examples)</vt:lpstr>
      <vt:lpstr>How to Run Elm Code</vt:lpstr>
      <vt:lpstr>Example 1-5</vt:lpstr>
      <vt:lpstr>Example 1: Counter</vt:lpstr>
      <vt:lpstr>Example 2: Traffic Light</vt:lpstr>
      <vt:lpstr>Part 4: Prototype Demo</vt:lpstr>
      <vt:lpstr>Prototype Description</vt:lpstr>
      <vt:lpstr>Prototype Demo</vt:lpstr>
      <vt:lpstr>What the Prototype Demonstrates (Test Scenarios)</vt:lpstr>
      <vt:lpstr>Part 5: When Would You Actually Use Elm?</vt:lpstr>
      <vt:lpstr>When Elm Is a Good Choice</vt:lpstr>
      <vt:lpstr>When Elm Is Not a Good Choice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Meichtry Micha</cp:lastModifiedBy>
  <cp:revision>46</cp:revision>
  <dcterms:created xsi:type="dcterms:W3CDTF">2020-09-05T07:54:30Z</dcterms:created>
  <dcterms:modified xsi:type="dcterms:W3CDTF">2026-05-15T16:00:59Z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ranet_x002d_Categorie">
    <vt:lpwstr/>
  </property>
  <property fmtid="{D5CDD505-2E9C-101B-9397-08002B2CF9AE}" pid="3" name="MediaServiceImageTags">
    <vt:lpwstr/>
  </property>
  <property fmtid="{D5CDD505-2E9C-101B-9397-08002B2CF9AE}" pid="4" name="ContentTypeId">
    <vt:lpwstr>0x010100D87576F261620343BF81FC22813FCA64</vt:lpwstr>
  </property>
  <property fmtid="{D5CDD505-2E9C-101B-9397-08002B2CF9AE}" pid="5" name="VS_x002d_Sites">
    <vt:lpwstr/>
  </property>
  <property fmtid="{D5CDD505-2E9C-101B-9397-08002B2CF9AE}" pid="6" name="Intranet-Site">
    <vt:lpwstr>1;#Executive management|7f036bfe-cf51-4db2-b946-8312eb16c36b</vt:lpwstr>
  </property>
  <property fmtid="{D5CDD505-2E9C-101B-9397-08002B2CF9AE}" pid="7" name="Intranet_x002d_SsCategorie">
    <vt:lpwstr/>
  </property>
  <property fmtid="{D5CDD505-2E9C-101B-9397-08002B2CF9AE}" pid="8" name="VS_x002d_Formations">
    <vt:lpwstr/>
  </property>
  <property fmtid="{D5CDD505-2E9C-101B-9397-08002B2CF9AE}" pid="9" name="VS_x002d_RAsD">
    <vt:lpwstr/>
  </property>
  <property fmtid="{D5CDD505-2E9C-101B-9397-08002B2CF9AE}" pid="10" name="Intranet-SsCategorie">
    <vt:lpwstr/>
  </property>
  <property fmtid="{D5CDD505-2E9C-101B-9397-08002B2CF9AE}" pid="11" name="Intranet-Categorie">
    <vt:lpwstr/>
  </property>
  <property fmtid="{D5CDD505-2E9C-101B-9397-08002B2CF9AE}" pid="12" name="VS-Sites">
    <vt:lpwstr/>
  </property>
  <property fmtid="{D5CDD505-2E9C-101B-9397-08002B2CF9AE}" pid="13" name="VS-RAsD">
    <vt:lpwstr/>
  </property>
  <property fmtid="{D5CDD505-2E9C-101B-9397-08002B2CF9AE}" pid="14" name="VS-Formations">
    <vt:lpwstr/>
  </property>
</Properties>
</file>